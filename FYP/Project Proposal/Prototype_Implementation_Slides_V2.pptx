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E8176481-8A68-9260-4F78-0F4928A29BD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Picture Placeholder 17">
            <a:extLst>
              <a:ext uri="{FF2B5EF4-FFF2-40B4-BE49-F238E27FC236}">
                <a16:creationId xmlns:a16="http://schemas.microsoft.com/office/drawing/2014/main" id="{18F8322D-F6D0-FD48-8ECA-70197A182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75645" y="0"/>
            <a:ext cx="10128679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1097280" anchor="ctr" anchorCtr="0">
            <a:noAutofit/>
          </a:bodyPr>
          <a:lstStyle>
            <a:lvl1pPr marL="0" indent="0" algn="ctr">
              <a:buNone/>
              <a:defRPr sz="194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0C5184DE-EEB1-F33A-355F-C6D0A778D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2660" y="937716"/>
            <a:ext cx="4796060" cy="932398"/>
          </a:xfrm>
          <a:prstGeom prst="rect">
            <a:avLst/>
          </a:prstGeom>
        </p:spPr>
      </p:pic>
      <p:sp>
        <p:nvSpPr>
          <p:cNvPr id="10" name="Text Placeholder Ttle">
            <a:extLst>
              <a:ext uri="{FF2B5EF4-FFF2-40B4-BE49-F238E27FC236}">
                <a16:creationId xmlns:a16="http://schemas.microsoft.com/office/drawing/2014/main" id="{1D014202-442C-6C41-9DD1-D92C2019E4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93690" y="3612333"/>
            <a:ext cx="7190049" cy="817737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Date">
            <a:extLst>
              <a:ext uri="{FF2B5EF4-FFF2-40B4-BE49-F238E27FC236}">
                <a16:creationId xmlns:a16="http://schemas.microsoft.com/office/drawing/2014/main" id="{99A11649-992A-9041-8A59-3BC29D989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3885" y="4769026"/>
            <a:ext cx="7189810" cy="50391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t>Month, Day, Year</a:t>
            </a:r>
          </a:p>
        </p:txBody>
      </p:sp>
    </p:spTree>
    <p:extLst>
      <p:ext uri="{BB962C8B-B14F-4D97-AF65-F5344CB8AC3E}">
        <p14:creationId xmlns:p14="http://schemas.microsoft.com/office/powerpoint/2010/main" val="3287550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628">
          <p15:clr>
            <a:srgbClr val="FBAE40"/>
          </p15:clr>
        </p15:guide>
        <p15:guide id="3" pos="13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98C07C73-8A48-0FF1-12F6-417487F8F85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graphic">
            <a:extLst>
              <a:ext uri="{FF2B5EF4-FFF2-40B4-BE49-F238E27FC236}">
                <a16:creationId xmlns:a16="http://schemas.microsoft.com/office/drawing/2014/main" id="{8BB247A8-0EF4-D349-B0F5-9A51C4CE7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"/>
            <a:ext cx="6097155" cy="6857998"/>
          </a:xfrm>
          <a:custGeom>
            <a:avLst/>
            <a:gdLst/>
            <a:ahLst/>
            <a:cxnLst/>
            <a:rect l="l" t="t" r="r" b="b"/>
            <a:pathLst>
              <a:path w="10053955" h="11308715">
                <a:moveTo>
                  <a:pt x="10053494" y="0"/>
                </a:moveTo>
                <a:lnTo>
                  <a:pt x="0" y="0"/>
                </a:lnTo>
                <a:lnTo>
                  <a:pt x="0" y="11308556"/>
                </a:lnTo>
                <a:lnTo>
                  <a:pt x="10053494" y="11308556"/>
                </a:lnTo>
                <a:lnTo>
                  <a:pt x="10053494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>
            <a:normAutofit/>
          </a:bodyPr>
          <a:lstStyle/>
          <a:p>
            <a:endParaRPr sz="180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3393F-0F79-C34E-865C-16F486573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82480" y="1587040"/>
            <a:ext cx="3327192" cy="371131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1DC7188-A6E8-284F-869C-2F3D66E4C6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43696" y="1610233"/>
            <a:ext cx="4114800" cy="3872581"/>
          </a:xfrm>
          <a:prstGeom prst="rect">
            <a:avLst/>
          </a:prstGeom>
        </p:spPr>
        <p:txBody>
          <a:bodyPr lIns="0" tIns="0" bIns="0">
            <a:noAutofit/>
          </a:bodyPr>
          <a:lstStyle>
            <a:lvl1pPr marL="402336" indent="-402336">
              <a:lnSpc>
                <a:spcPct val="100000"/>
              </a:lnSpc>
              <a:spcBef>
                <a:spcPts val="2400"/>
              </a:spcBef>
              <a:buClrTx/>
              <a:buFont typeface="+mj-lt"/>
              <a:buAutoNum type="arabicPeriod"/>
              <a:defRPr sz="2000" b="1" i="0" spc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277274" indent="0">
              <a:buClr>
                <a:schemeClr val="tx1"/>
              </a:buClr>
              <a:buFont typeface="+mj-lt"/>
              <a:buNone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62503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039776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317050" indent="-207955">
              <a:buClr>
                <a:schemeClr val="tx1"/>
              </a:buClr>
              <a:buFont typeface="+mj-lt"/>
              <a:buAutoNum type="arabicPeriod"/>
              <a:defRPr sz="2153" b="1" i="0" spc="0" baseline="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402336" marR="0" lvl="0" indent="-402336" algn="l" defTabSz="9144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bg2"/>
              </a:buClr>
              <a:buSzTx/>
              <a:buFont typeface="+mj-lt"/>
              <a:buAutoNum type="arabicPeriod"/>
              <a:tabLst/>
              <a:defRPr/>
            </a:pPr>
            <a:r>
              <a:t>Active topic is purple; change inactive topics to gray (last color chip below white, darker 50% RGB: 127 | 127 | 127)</a:t>
            </a:r>
          </a:p>
          <a:p>
            <a:pPr lvl="0"/>
            <a:r>
              <a:t>Consectetuer adipiscing</a:t>
            </a:r>
          </a:p>
          <a:p>
            <a:pPr lvl="0"/>
            <a:r>
              <a:t>Dolore magna</a:t>
            </a:r>
          </a:p>
          <a:p>
            <a:pPr lvl="0"/>
            <a:r>
              <a:t>Quis nostrud</a:t>
            </a:r>
          </a:p>
          <a:p>
            <a:pPr lvl="0"/>
            <a:r>
              <a:t>Duis autem vel iruire</a:t>
            </a:r>
          </a:p>
          <a:p>
            <a:pPr lvl="0"/>
            <a:r>
              <a:t>Lorem ipsum</a:t>
            </a:r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5D59CE9D-BC4D-314F-2336-34A36E67F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100" y="1682799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graphic">
            <a:extLst>
              <a:ext uri="{FF2B5EF4-FFF2-40B4-BE49-F238E27FC236}">
                <a16:creationId xmlns:a16="http://schemas.microsoft.com/office/drawing/2014/main" id="{F98A49AB-9837-ACF4-C0FF-D9A3B3D40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100" y="2239659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525EE-B1E2-9B5D-2065-1ED75AA24E2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0810ABE-79E9-610A-1F79-F9298DD161B2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94691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1EF51-9F36-BA8F-32D0-063CDF0E500C}"/>
              </a:ext>
            </a:extLst>
          </p:cNvPr>
          <p:cNvSpPr txBox="1"/>
          <p:nvPr/>
        </p:nvSpPr>
        <p:spPr>
          <a:xfrm>
            <a:off x="167640" y="1690063"/>
            <a:ext cx="118567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1000">
                <a:solidFill>
                  <a:schemeClr val="bg1"/>
                </a:solidFill>
              </a:rPr>
              <a:t>MULTI-CONTENT LAYOUTS</a:t>
            </a:r>
          </a:p>
        </p:txBody>
      </p:sp>
    </p:spTree>
    <p:extLst>
      <p:ext uri="{BB962C8B-B14F-4D97-AF65-F5344CB8AC3E}">
        <p14:creationId xmlns:p14="http://schemas.microsoft.com/office/powerpoint/2010/main" val="909315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2C43-D718-6EE9-4D18-BFE86AD99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anchor="t">
            <a:noAutofit/>
          </a:bodyPr>
          <a:lstStyle>
            <a:lvl1pPr>
              <a:defRPr sz="3600"/>
            </a:lvl1pPr>
          </a:lstStyle>
          <a:p>
            <a:r>
              <a:t>Change font color to black if desired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52EC8-1DD2-3040-C96A-0209CF8B1B7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lIns="0"/>
          <a:lstStyle>
            <a:lvl1pPr>
              <a:defRPr/>
            </a:lvl1pPr>
          </a:lstStyle>
          <a:p>
            <a:pPr lvl="0"/>
            <a:r>
              <a:rPr dirty="0"/>
              <a:t>Click to add text or choose an icon below to insert other contents; turn bullets on or off from the Home tab 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4B6ED-3498-1587-6D82-48544AB65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6764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936061-C3D0-190A-6A7C-36DC95CE3D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24201" y="1001457"/>
            <a:ext cx="10091683" cy="3912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4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3952E64-423D-42FF-AD93-9C6A6082FCB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4202" y="1716833"/>
            <a:ext cx="10091683" cy="448394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927644-B869-D6D4-CD2B-915FCB00068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487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- 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">
            <a:extLst>
              <a:ext uri="{FF2B5EF4-FFF2-40B4-BE49-F238E27FC236}">
                <a16:creationId xmlns:a16="http://schemas.microsoft.com/office/drawing/2014/main" id="{1DB405B4-6D7C-D01F-5B0F-85760E638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07" y="0"/>
            <a:ext cx="4173623" cy="6858000"/>
          </a:xfrm>
          <a:custGeom>
            <a:avLst/>
            <a:gdLst/>
            <a:ahLst/>
            <a:cxnLst/>
            <a:rect l="l" t="t" r="r" b="b"/>
            <a:pathLst>
              <a:path w="6882130" h="11291570">
                <a:moveTo>
                  <a:pt x="6881518" y="0"/>
                </a:moveTo>
                <a:lnTo>
                  <a:pt x="0" y="0"/>
                </a:lnTo>
                <a:lnTo>
                  <a:pt x="0" y="11291478"/>
                </a:lnTo>
                <a:lnTo>
                  <a:pt x="6881518" y="11291478"/>
                </a:lnTo>
                <a:lnTo>
                  <a:pt x="688151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500BB-C845-E327-AE00-ACD4044AF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49" y="398497"/>
            <a:ext cx="2734056" cy="23641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F6F71D-F1A4-7749-79A3-30F05A7371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86653" y="398497"/>
            <a:ext cx="6861153" cy="57471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8F2D7-5E30-F1CE-8842-AC323F19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8EF95AC-EADA-CB02-77FB-8AD545748D5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81153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24203" y="1306286"/>
            <a:ext cx="4913657" cy="489449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t>Click to add text or choose an icon below to insert other content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07076" y="1306286"/>
            <a:ext cx="4913657" cy="4865915"/>
          </a:xfrm>
        </p:spPr>
        <p:txBody>
          <a:bodyPr>
            <a:noAutofit/>
          </a:bodyPr>
          <a:lstStyle>
            <a:lvl1pPr>
              <a:defRPr sz="1800" baseline="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t>Click to add text or choose an icon below to insert other content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20BE86-397F-47FC-FBB2-FF3BB306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471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29049" y="398497"/>
            <a:ext cx="10091683" cy="567296"/>
          </a:xfrm>
        </p:spPr>
        <p:txBody>
          <a:bodyPr/>
          <a:lstStyle>
            <a:lvl1pPr>
              <a:defRPr/>
            </a:lvl1pPr>
          </a:lstStyle>
          <a:p>
            <a:r>
              <a:t>Change font color to black if desired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824202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4272267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720332" y="1306286"/>
            <a:ext cx="3200400" cy="4894495"/>
          </a:xfrm>
        </p:spPr>
        <p:txBody>
          <a:bodyPr>
            <a:noAutofit/>
          </a:bodyPr>
          <a:lstStyle>
            <a:lvl1pPr>
              <a:spcBef>
                <a:spcPts val="800"/>
              </a:spcBef>
              <a:defRPr sz="1600"/>
            </a:lvl1pPr>
            <a:lvl2pPr>
              <a:spcBef>
                <a:spcPts val="600"/>
              </a:spcBef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1E746-1A09-75F5-2940-D5F8B446289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686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94159D-E25F-4F36-1481-EFB0F68BDE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049" y="398497"/>
            <a:ext cx="10091683" cy="567296"/>
          </a:xfrm>
        </p:spPr>
        <p:txBody>
          <a:bodyPr/>
          <a:lstStyle/>
          <a:p>
            <a:r>
              <a:t>Change font color to black if desired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29048" y="1295398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rPr lang="en-US" dirty="0"/>
              <a:t>Click to add text or choose an icon below to insert other contents; turn bullets on or off from the Home tab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5982972" y="1295398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829048" y="3878580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buClr>
                <a:schemeClr val="accent2"/>
              </a:buClr>
              <a:defRPr sz="1100"/>
            </a:lvl6pPr>
            <a:lvl7pPr>
              <a:spcBef>
                <a:spcPts val="600"/>
              </a:spcBef>
              <a:buClr>
                <a:schemeClr val="accent2"/>
              </a:buClr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6" hasCustomPrompt="1"/>
          </p:nvPr>
        </p:nvSpPr>
        <p:spPr>
          <a:xfrm>
            <a:off x="5982972" y="3878580"/>
            <a:ext cx="4937760" cy="2331720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1"/>
              </a:buClr>
              <a:defRPr sz="1600" baseline="0"/>
            </a:lvl1pPr>
            <a:lvl2pPr>
              <a:spcBef>
                <a:spcPts val="600"/>
              </a:spcBef>
              <a:buClr>
                <a:schemeClr val="accent1"/>
              </a:buClr>
              <a:defRPr sz="1400"/>
            </a:lvl2pPr>
            <a:lvl3pPr>
              <a:spcBef>
                <a:spcPts val="600"/>
              </a:spcBef>
              <a:buClr>
                <a:schemeClr val="accent1"/>
              </a:buClr>
              <a:defRPr sz="1200"/>
            </a:lvl3pPr>
            <a:lvl4pPr>
              <a:spcBef>
                <a:spcPts val="600"/>
              </a:spcBef>
              <a:buClr>
                <a:schemeClr val="accent1"/>
              </a:buClr>
              <a:defRPr sz="1100"/>
            </a:lvl4pPr>
            <a:lvl5pPr>
              <a:spcBef>
                <a:spcPts val="600"/>
              </a:spcBef>
              <a:buClr>
                <a:schemeClr val="accent1"/>
              </a:buClr>
              <a:defRPr sz="1100"/>
            </a:lvl5pPr>
            <a:lvl6pPr>
              <a:spcBef>
                <a:spcPts val="600"/>
              </a:spcBef>
              <a:defRPr sz="1100"/>
            </a:lvl6pPr>
            <a:lvl7pPr>
              <a:spcBef>
                <a:spcPts val="600"/>
              </a:spcBef>
              <a:defRPr sz="1100"/>
            </a:lvl7pPr>
            <a:lvl8pPr>
              <a:spcBef>
                <a:spcPts val="600"/>
              </a:spcBef>
              <a:defRPr sz="1100"/>
            </a:lvl8pPr>
            <a:lvl9pPr>
              <a:spcBef>
                <a:spcPts val="600"/>
              </a:spcBef>
              <a:defRPr sz="1100"/>
            </a:lvl9pPr>
          </a:lstStyle>
          <a:p>
            <a:pPr lvl="0"/>
            <a:r>
              <a:t>Click to add text or choose an icon below to insert other contents; turn bullets on or off from the Home tab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8490EB5-694E-CF64-BF2C-1DAAB085B15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546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492A5-C6A3-A175-459B-EFFC53181825}"/>
              </a:ext>
            </a:extLst>
          </p:cNvPr>
          <p:cNvSpPr txBox="1"/>
          <p:nvPr/>
        </p:nvSpPr>
        <p:spPr>
          <a:xfrm>
            <a:off x="773430" y="1259175"/>
            <a:ext cx="106451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3800">
                <a:solidFill>
                  <a:schemeClr val="bg1"/>
                </a:solidFill>
              </a:rPr>
              <a:t>TEXT ONLY LAYOUTS</a:t>
            </a:r>
          </a:p>
        </p:txBody>
      </p:sp>
    </p:spTree>
    <p:extLst>
      <p:ext uri="{BB962C8B-B14F-4D97-AF65-F5344CB8AC3E}">
        <p14:creationId xmlns:p14="http://schemas.microsoft.com/office/powerpoint/2010/main" val="4082066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D7F4C6B5-DE3C-89F3-2C12-1EFBB1CFA08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061A1-9E33-C1BA-B0FE-9BBF678A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lIns="0" tIns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302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4353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3534" indent="-28575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778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7pPr marL="731520" indent="-173736">
              <a:lnSpc>
                <a:spcPct val="100000"/>
              </a:lnSpc>
              <a:buClr>
                <a:schemeClr val="accent2"/>
              </a:buClr>
              <a:defRPr sz="1600"/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defRPr sz="1600"/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452E1-EBDB-3998-7F0A-DA3B7CC34A3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7293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719621FB-AC80-38E7-5EC2-24583C7F1A6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DE027-26ED-EB40-9432-17FD2DBD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207955" indent="-207955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57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7844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822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D157CF-751E-EF19-052C-93BE79CCF75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5833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77DECC22-7A2A-506D-69A2-ACD75B631FB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A6752-D97A-EA5A-2E20-0963F124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B0C46308-ED35-4BDF-AD87-599B630C46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lIns="0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104B7C5-27FD-4FD4-98F8-E284D38459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716833"/>
            <a:ext cx="10091683" cy="4483948"/>
          </a:xfrm>
          <a:prstGeom prst="rect">
            <a:avLst/>
          </a:prstGeom>
        </p:spPr>
        <p:txBody>
          <a:bodyPr vert="horz" lIns="0" tIns="0">
            <a:noAutofit/>
          </a:bodyPr>
          <a:lstStyle>
            <a:lvl1pPr marL="207955" indent="-207955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570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7844" indent="-17329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520" indent="-173736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57784" indent="0" algn="l" defTabSz="914400" rtl="0" eaLnBrk="1" latinLnBrk="0" hangingPunct="1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1520" indent="-173736">
              <a:lnSpc>
                <a:spcPct val="100000"/>
              </a:lnSpc>
              <a:defRPr sz="1600">
                <a:latin typeface="+mn-lt"/>
              </a:defRPr>
            </a:lvl6pPr>
            <a:lvl7pPr marL="731520" indent="-173736">
              <a:lnSpc>
                <a:spcPct val="100000"/>
              </a:lnSpc>
              <a:defRPr sz="1600">
                <a:latin typeface="+mn-lt"/>
              </a:defRPr>
            </a:lvl7pPr>
            <a:lvl8pPr marL="731520" indent="-173736">
              <a:lnSpc>
                <a:spcPct val="100000"/>
              </a:lnSpc>
              <a:defRPr sz="1600">
                <a:latin typeface="+mn-lt"/>
              </a:defRPr>
            </a:lvl8pPr>
            <a:lvl9pPr marL="731520" indent="-173736">
              <a:lnSpc>
                <a:spcPct val="100000"/>
              </a:lnSpc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784CF-C309-9FB6-6E5C-13E76750D54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445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223CB056-A65E-3C29-F716-31D698DB1D1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CD65B-4571-2992-48DC-C499D22B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29EABC62-7561-4012-BA81-0E0820E45D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>
                <a:latin typeface="+mn-lt"/>
              </a:defRPr>
            </a:lvl2pPr>
            <a:lvl3pPr marL="0" indent="0">
              <a:spcBef>
                <a:spcPts val="0"/>
              </a:spcBef>
              <a:buNone/>
              <a:defRPr>
                <a:latin typeface="+mn-lt"/>
              </a:defRPr>
            </a:lvl3pPr>
            <a:lvl4pPr marL="0" indent="0">
              <a:spcBef>
                <a:spcPts val="0"/>
              </a:spcBef>
              <a:buNone/>
              <a:defRPr>
                <a:latin typeface="+mn-lt"/>
              </a:defRPr>
            </a:lvl4pPr>
            <a:lvl5pPr marL="0" indent="0">
              <a:spcBef>
                <a:spcPts val="0"/>
              </a:spcBef>
              <a:buNone/>
              <a:defRPr>
                <a:latin typeface="+mn-lt"/>
              </a:defRPr>
            </a:lvl5pPr>
            <a:lvl6pPr marL="0" indent="0">
              <a:spcBef>
                <a:spcPts val="0"/>
              </a:spcBef>
              <a:buNone/>
              <a:defRPr>
                <a:latin typeface="+mn-lt"/>
              </a:defRPr>
            </a:lvl6pPr>
            <a:lvl7pPr marL="0" indent="0">
              <a:spcBef>
                <a:spcPts val="0"/>
              </a:spcBef>
              <a:buNone/>
              <a:defRPr>
                <a:latin typeface="+mn-lt"/>
              </a:defRPr>
            </a:lvl7pPr>
            <a:lvl8pPr marL="0" indent="0">
              <a:spcBef>
                <a:spcPts val="0"/>
              </a:spcBef>
              <a:buNone/>
              <a:defRPr>
                <a:latin typeface="+mn-lt"/>
              </a:defRPr>
            </a:lvl8pPr>
            <a:lvl9pPr marL="0" indent="0">
              <a:spcBef>
                <a:spcPts val="0"/>
              </a:spcBef>
              <a:buNone/>
              <a:defRPr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7161F39-169A-432A-9FBA-1012BDECF1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2" y="1716833"/>
            <a:ext cx="10091683" cy="4483948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207955" indent="-207955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latin typeface="+mn-lt"/>
              </a:defRPr>
            </a:lvl1pPr>
            <a:lvl2pPr marL="45057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73152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 marL="731520" indent="-17329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558224" indent="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B30C2-E1E5-B9F3-1592-635F4F40C0C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3199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2E67492-3306-BCC7-8136-F35438BD7E0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2C0073-E95C-B8DB-8FF3-3C792CE2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Arial" panose="020B0604020202020204" pitchFamily="34" charset="0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4pPr>
            <a:lvl5pPr marL="557784" indent="0">
              <a:buClr>
                <a:schemeClr val="accent1"/>
              </a:buClr>
              <a:buSzPct val="100000"/>
              <a:buNone/>
              <a:defRPr sz="1600">
                <a:latin typeface="Arial" panose="020B0604020202020204" pitchFamily="34" charset="0"/>
              </a:defRPr>
            </a:lvl5pPr>
            <a:lvl6pPr>
              <a:buClr>
                <a:schemeClr val="accent2"/>
              </a:buClr>
              <a:buSzPct val="100000"/>
              <a:defRPr sz="1600"/>
            </a:lvl6pPr>
            <a:lvl7pPr>
              <a:buClr>
                <a:schemeClr val="accent2"/>
              </a:buClr>
              <a:buSzPct val="100000"/>
              <a:defRPr sz="1600"/>
            </a:lvl7pPr>
            <a:lvl8pPr>
              <a:buClr>
                <a:schemeClr val="accent2"/>
              </a:buClr>
              <a:buSzPct val="100000"/>
              <a:defRPr sz="1600"/>
            </a:lvl8pPr>
            <a:lvl9pPr>
              <a:buClr>
                <a:schemeClr val="accent2"/>
              </a:buClr>
              <a:buSzPct val="100000"/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731520" marR="0" lvl="4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92857" y="1735492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Arial" panose="020B0604020202020204" pitchFamily="34" charset="0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Arial" panose="020B0604020202020204" pitchFamily="34" charset="0"/>
              </a:defRPr>
            </a:lvl4pPr>
            <a:lvl5pPr marL="1109095" indent="0">
              <a:buClr>
                <a:schemeClr val="accent1"/>
              </a:buClr>
              <a:buSzPct val="100000"/>
              <a:buNone/>
              <a:defRPr sz="1600">
                <a:latin typeface="Arial" panose="020B0604020202020204" pitchFamily="34" charset="0"/>
              </a:defRPr>
            </a:lvl5pPr>
            <a:lvl6pPr>
              <a:buClr>
                <a:schemeClr val="accent2"/>
              </a:buClr>
              <a:buSzPct val="100000"/>
              <a:defRPr sz="1600"/>
            </a:lvl6pPr>
            <a:lvl7pPr>
              <a:buClr>
                <a:schemeClr val="accent2"/>
              </a:buClr>
              <a:buSzPct val="100000"/>
              <a:defRPr sz="1600"/>
            </a:lvl7pPr>
            <a:lvl8pPr>
              <a:buClr>
                <a:schemeClr val="accent2"/>
              </a:buClr>
              <a:buSzPct val="100000"/>
              <a:defRPr sz="1600"/>
            </a:lvl8pPr>
            <a:lvl9pPr>
              <a:buClr>
                <a:schemeClr val="accent2"/>
              </a:buClr>
              <a:buSzPct val="100000"/>
              <a:defRPr sz="1600"/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53E99-90AC-727A-8785-762BB62DC0D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34352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E8574929-B0CA-DD13-D8EB-0B57B36855A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3246F-3991-824B-41B5-069034653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+mn-lt"/>
              </a:defRPr>
            </a:lvl2pPr>
            <a:lvl3pPr marL="557784" indent="0">
              <a:buClr>
                <a:schemeClr val="accent1"/>
              </a:buClr>
              <a:buSzPct val="100000"/>
              <a:buNone/>
              <a:defRPr sz="1600">
                <a:latin typeface="+mn-lt"/>
              </a:defRPr>
            </a:lvl3pPr>
            <a:lvl4pPr marL="1030288" indent="-473075">
              <a:buClr>
                <a:schemeClr val="accent1"/>
              </a:buClr>
              <a:buSzPct val="100000"/>
              <a:defRPr sz="1600">
                <a:latin typeface="+mn-lt"/>
              </a:defRPr>
            </a:lvl4pPr>
            <a:lvl5pPr>
              <a:buClr>
                <a:schemeClr val="accent1"/>
              </a:buClr>
              <a:buSzPct val="100000"/>
              <a:defRPr sz="1600">
                <a:latin typeface="+mn-lt"/>
              </a:defRPr>
            </a:lvl5pPr>
            <a:lvl6pPr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1282391" lvl="4" indent="-173296">
              <a:lnSpc>
                <a:spcPct val="130000"/>
              </a:lnSpc>
              <a:buClr>
                <a:schemeClr val="accent5"/>
              </a:buClr>
              <a:buSzPct val="135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92857" y="1735492"/>
            <a:ext cx="484632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spcBef>
                <a:spcPts val="1800"/>
              </a:spcBef>
              <a:buClr>
                <a:schemeClr val="accent1"/>
              </a:buClr>
              <a:buSzPct val="100000"/>
              <a:defRPr sz="2000"/>
            </a:lvl1pPr>
            <a:lvl2pPr>
              <a:buClr>
                <a:schemeClr val="accent1"/>
              </a:buClr>
              <a:buSzPct val="100000"/>
              <a:defRPr sz="1800">
                <a:latin typeface="+mn-lt"/>
              </a:defRPr>
            </a:lvl2pPr>
            <a:lvl3pPr>
              <a:buClr>
                <a:schemeClr val="accent1"/>
              </a:buClr>
              <a:buSzPct val="100000"/>
              <a:defRPr sz="1600">
                <a:latin typeface="+mn-lt"/>
              </a:defRPr>
            </a:lvl3pPr>
            <a:lvl4pPr>
              <a:buClr>
                <a:schemeClr val="accent1"/>
              </a:buClr>
              <a:buSzPct val="100000"/>
              <a:defRPr sz="1600">
                <a:latin typeface="+mn-lt"/>
              </a:defRPr>
            </a:lvl4pPr>
            <a:lvl5pPr marL="1109095" indent="0">
              <a:buClr>
                <a:schemeClr val="accent1"/>
              </a:buClr>
              <a:buSzPct val="100000"/>
              <a:buNone/>
              <a:defRPr sz="1600">
                <a:latin typeface="+mn-lt"/>
              </a:defRPr>
            </a:lvl5pPr>
            <a:lvl6pPr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add text or choose an icon below to insert other contents; turn bullets on or off from the Home tab 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  <a:p>
            <a:pPr marL="1282391" lvl="4" indent="-173296">
              <a:lnSpc>
                <a:spcPct val="130000"/>
              </a:lnSpc>
              <a:buClr>
                <a:schemeClr val="accent5"/>
              </a:buClr>
              <a:buSzPct val="135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C99B79-AD77-EA74-0A00-C6DC9AAEF55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9275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2784DFF1-4820-F541-10BE-1A8C2F81239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3BB66C-08FD-22FC-4C8F-770E814E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05F207-FD8A-47F8-9F71-E1E451D886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7165" y="1735491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50127" y="1735492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9C062-EB86-1F18-3967-D09AE5F5E5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0217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8D23F29D-446C-34E2-A00E-AF3C7B7DD65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1772F-4148-9582-B2A9-389E25A9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57E3BC0-FA77-4374-9FBB-45C7176F3B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203" y="1735493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210312" indent="-210312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800">
                <a:latin typeface="+mn-lt"/>
              </a:defRPr>
            </a:lvl1pPr>
            <a:lvl2pPr marL="563024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600">
                <a:latin typeface="+mn-lt"/>
              </a:defRPr>
            </a:lvl2pPr>
            <a:lvl3pPr marL="840298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3pPr>
            <a:lvl4pPr marL="1117572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4pPr>
            <a:lvl5pPr marL="1394845" indent="-285750">
              <a:lnSpc>
                <a:spcPct val="100000"/>
              </a:lnSpc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05F207-FD8A-47F8-9F71-E1E451D886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7165" y="1735491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59969B4-74C3-4F8D-A8A2-74213474B0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50127" y="1735492"/>
            <a:ext cx="3200400" cy="446528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defRPr sz="1800">
                <a:latin typeface="+mn-lt"/>
              </a:defRPr>
            </a:lvl1pPr>
            <a:lvl2pPr>
              <a:lnSpc>
                <a:spcPct val="100000"/>
              </a:lnSpc>
              <a:buClr>
                <a:schemeClr val="accent1"/>
              </a:buClr>
              <a:buSzPct val="100000"/>
              <a:defRPr sz="1600">
                <a:latin typeface="+mn-lt"/>
              </a:defRPr>
            </a:lvl2pPr>
            <a:lvl3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3pPr>
            <a:lvl4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4pPr>
            <a:lvl5pPr marL="731520">
              <a:lnSpc>
                <a:spcPct val="100000"/>
              </a:lnSpc>
              <a:buClr>
                <a:schemeClr val="accent1"/>
              </a:buClr>
              <a:buSzPct val="100000"/>
              <a:defRPr sz="1400">
                <a:latin typeface="+mn-lt"/>
              </a:defRPr>
            </a:lvl5pPr>
            <a:lvl6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6pPr>
            <a:lvl7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7pPr>
            <a:lvl8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8pPr>
            <a:lvl9pPr marL="731520">
              <a:lnSpc>
                <a:spcPct val="100000"/>
              </a:lnSpc>
              <a:buClr>
                <a:schemeClr val="accent2"/>
              </a:buClr>
              <a:buSzPct val="100000"/>
              <a:defRPr sz="1400">
                <a:latin typeface="+mn-lt"/>
              </a:defRPr>
            </a:lvl9pPr>
          </a:lstStyle>
          <a:p>
            <a:pPr marL="210312" marR="0" lvl="0" indent="-210312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Click to edit master text</a:t>
            </a:r>
          </a:p>
          <a:p>
            <a:pPr marL="448056" marR="0" lvl="1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Second level</a:t>
            </a:r>
          </a:p>
          <a:p>
            <a:pPr marL="731520" marR="0" lvl="2" indent="-173736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Third level</a:t>
            </a:r>
          </a:p>
          <a:p>
            <a:pPr marL="914400" marR="0" lvl="3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Fourth level</a:t>
            </a:r>
          </a:p>
          <a:p>
            <a:pPr marL="1082675" marR="0" lvl="4" indent="-168275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601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F07DA-0EC6-E126-27FC-3A9D683EB23F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8528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Yellow Block Header Two column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6D7EC2E0-D232-62D8-F800-468D15B9CBC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6594F07A-A758-B642-BDEE-246A567C4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207" y="0"/>
            <a:ext cx="4173623" cy="6858000"/>
          </a:xfrm>
          <a:custGeom>
            <a:avLst/>
            <a:gdLst/>
            <a:ahLst/>
            <a:cxnLst/>
            <a:rect l="l" t="t" r="r" b="b"/>
            <a:pathLst>
              <a:path w="6882130" h="11291570">
                <a:moveTo>
                  <a:pt x="6881518" y="0"/>
                </a:moveTo>
                <a:lnTo>
                  <a:pt x="0" y="0"/>
                </a:lnTo>
                <a:lnTo>
                  <a:pt x="0" y="11291478"/>
                </a:lnTo>
                <a:lnTo>
                  <a:pt x="6881518" y="11291478"/>
                </a:lnTo>
                <a:lnTo>
                  <a:pt x="6881518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39210-A88C-5B89-243E-D02490D3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64" y="1129377"/>
            <a:ext cx="2737095" cy="2247020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2AC69550-A6BD-426C-BB46-F54E6B2270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9065" y="3833959"/>
            <a:ext cx="2737094" cy="570401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</a:lstStyle>
          <a:p>
            <a:pPr lvl="0"/>
            <a:r>
              <a:t>Click to add text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33E3CEE-7F39-5F4F-9856-6E91B2BE0F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86653" y="1219223"/>
            <a:ext cx="3272793" cy="57390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400" b="1">
                <a:latin typeface="+mn-lt"/>
              </a:defRPr>
            </a:lvl9pPr>
          </a:lstStyle>
          <a:p>
            <a:pPr lvl="0"/>
            <a:r>
              <a:t>Click to add main point or headline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6B61C-C3BB-0C4C-82F7-8EA96B57D6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86759" y="1971675"/>
            <a:ext cx="3272793" cy="4173955"/>
          </a:xfrm>
          <a:prstGeom prst="rect">
            <a:avLst/>
          </a:prstGeom>
        </p:spPr>
        <p:txBody>
          <a:bodyPr>
            <a:noAutofit/>
          </a:bodyPr>
          <a:lstStyle>
            <a:lvl1pPr marL="173736" indent="-17373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  <a:lvl2pPr marL="450570" indent="-17329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100">
                <a:latin typeface="+mn-lt"/>
              </a:defRPr>
            </a:lvl2pPr>
            <a:lvl3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3pPr>
            <a:lvl4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4pPr>
            <a:lvl5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latin typeface="+mn-lt"/>
              </a:defRPr>
            </a:lvl5pPr>
            <a:lvl6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6pPr>
            <a:lvl7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7pPr>
            <a:lvl8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8pPr>
            <a:lvl9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50"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CB70A19-D88B-477E-B957-A08469F04F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75012" y="1219223"/>
            <a:ext cx="3272793" cy="573906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1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1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1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1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1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1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1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1400" b="1">
                <a:latin typeface="+mn-lt"/>
              </a:defRPr>
            </a:lvl9pPr>
          </a:lstStyle>
          <a:p>
            <a:pPr lvl="0"/>
            <a:r>
              <a:t>Click to add main point or headline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50D6768-49D6-4500-857A-67D2F9EF2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118" y="1971675"/>
            <a:ext cx="3272793" cy="4173955"/>
          </a:xfrm>
          <a:prstGeom prst="rect">
            <a:avLst/>
          </a:prstGeom>
        </p:spPr>
        <p:txBody>
          <a:bodyPr>
            <a:noAutofit/>
          </a:bodyPr>
          <a:lstStyle>
            <a:lvl1pPr marL="173736" indent="-17373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latin typeface="+mn-lt"/>
              </a:defRPr>
            </a:lvl1pPr>
            <a:lvl2pPr marL="450570" indent="-17329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100">
                <a:latin typeface="+mn-lt"/>
              </a:defRPr>
            </a:lvl2pPr>
            <a:lvl3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3pPr>
            <a:lvl4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4pPr>
            <a:lvl5pPr marL="731520" indent="-173736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00">
                <a:latin typeface="+mn-lt"/>
              </a:defRPr>
            </a:lvl5pPr>
            <a:lvl6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6pPr>
            <a:lvl7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7pPr>
            <a:lvl8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8pPr>
            <a:lvl9pPr marL="731520" indent="-173736">
              <a:lnSpc>
                <a:spcPct val="100000"/>
              </a:lnSpc>
              <a:spcBef>
                <a:spcPts val="600"/>
              </a:spcBef>
              <a:buSzPct val="100000"/>
              <a:defRPr sz="1000">
                <a:latin typeface="+mn-lt"/>
              </a:defRPr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123EE-05DE-046D-316D-5C51D4E2BE4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A2AE1-4248-EEC9-D1E2-FD5CBBC3BDC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81912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9111E9BB-7F9F-28F5-4C5B-AA103046D6C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D7AC11-0B56-4B27-BA05-A7E7D1C30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457BB-63A6-E70E-CACC-C38662FA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6270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3BF88CF6-F208-2F1E-0911-AAA82867D8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0F5232-84E4-D6B1-D928-D84087AD8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32C36-1948-7BBE-906F-59161688D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328591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EC4B2A92-0D17-DC53-962D-5022A0C5010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E5CCA-2E86-5BCB-25F4-65AE41FF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4CC2AA49-DE27-5049-AF78-1C4BC83D1A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39007-3AB0-589C-0F64-A79E08789D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6354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060CCBDA-27DC-FFA9-C07F-4715C3A2172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266CCC-8342-04C0-13CE-F6F7AF32F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F33AFB1B-839F-47AF-86B1-EF6E4779C5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201" y="1001457"/>
            <a:ext cx="10091683" cy="391236"/>
          </a:xfrm>
          <a:prstGeom prst="rect">
            <a:avLst/>
          </a:prstGeom>
        </p:spPr>
        <p:txBody>
          <a:bodyPr vert="horz" t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A3BBB-A9E0-CBBE-E06F-0EFDEED4DE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7371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38B7B-5252-CCC0-04C5-E87DF84F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ECDF938-0708-3328-63E3-76A5CBCE909A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8968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Caption_Choose this for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805C50A6-CE59-934E-9980-1B221DC84EC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grpSp>
        <p:nvGrpSpPr>
          <p:cNvPr id="25" name="object 2">
            <a:extLst>
              <a:ext uri="{FF2B5EF4-FFF2-40B4-BE49-F238E27FC236}">
                <a16:creationId xmlns:a16="http://schemas.microsoft.com/office/drawing/2014/main" id="{185CE14D-2362-7146-A35E-FC5FF5BBA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" y="2"/>
            <a:ext cx="832953" cy="6857615"/>
            <a:chOff x="0" y="0"/>
            <a:chExt cx="1373505" cy="11308715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06E8DA04-1F37-8F44-A1A7-552E4916432A}"/>
                </a:ext>
              </a:extLst>
            </p:cNvPr>
            <p:cNvSpPr/>
            <p:nvPr/>
          </p:nvSpPr>
          <p:spPr>
            <a:xfrm>
              <a:off x="0" y="1856707"/>
              <a:ext cx="1373505" cy="9451975"/>
            </a:xfrm>
            <a:custGeom>
              <a:avLst/>
              <a:gdLst/>
              <a:ahLst/>
              <a:cxnLst/>
              <a:rect l="l" t="t" r="r" b="b"/>
              <a:pathLst>
                <a:path w="1373505" h="9451975">
                  <a:moveTo>
                    <a:pt x="0" y="9451848"/>
                  </a:moveTo>
                  <a:lnTo>
                    <a:pt x="1372963" y="9451848"/>
                  </a:lnTo>
                  <a:lnTo>
                    <a:pt x="1372963" y="0"/>
                  </a:lnTo>
                  <a:lnTo>
                    <a:pt x="0" y="0"/>
                  </a:lnTo>
                  <a:lnTo>
                    <a:pt x="0" y="9451848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3FF3C6F6-C62C-3E4F-B18D-9AF50BE4D45A}"/>
                </a:ext>
              </a:extLst>
            </p:cNvPr>
            <p:cNvSpPr/>
            <p:nvPr/>
          </p:nvSpPr>
          <p:spPr>
            <a:xfrm>
              <a:off x="0" y="0"/>
              <a:ext cx="1373505" cy="1856739"/>
            </a:xfrm>
            <a:custGeom>
              <a:avLst/>
              <a:gdLst/>
              <a:ahLst/>
              <a:cxnLst/>
              <a:rect l="l" t="t" r="r" b="b"/>
              <a:pathLst>
                <a:path w="1373505" h="1856739">
                  <a:moveTo>
                    <a:pt x="1372963" y="0"/>
                  </a:moveTo>
                  <a:lnTo>
                    <a:pt x="0" y="0"/>
                  </a:lnTo>
                  <a:lnTo>
                    <a:pt x="0" y="1856707"/>
                  </a:lnTo>
                  <a:lnTo>
                    <a:pt x="1372963" y="1856707"/>
                  </a:lnTo>
                  <a:lnTo>
                    <a:pt x="1372963" y="0"/>
                  </a:lnTo>
                  <a:close/>
                </a:path>
              </a:pathLst>
            </a:custGeom>
            <a:solidFill>
              <a:schemeClr val="accent6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sp>
        <p:nvSpPr>
          <p:cNvPr id="28" name="object 5">
            <a:extLst>
              <a:ext uri="{FF2B5EF4-FFF2-40B4-BE49-F238E27FC236}">
                <a16:creationId xmlns:a16="http://schemas.microsoft.com/office/drawing/2014/main" id="{E72DC708-122F-A84B-99C4-C34567174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74368" y="4148426"/>
            <a:ext cx="316159" cy="1979617"/>
          </a:xfrm>
          <a:custGeom>
            <a:avLst/>
            <a:gdLst/>
            <a:ahLst/>
            <a:cxnLst/>
            <a:rect l="l" t="t" r="r" b="b"/>
            <a:pathLst>
              <a:path w="521334" h="3264534">
                <a:moveTo>
                  <a:pt x="521219" y="0"/>
                </a:moveTo>
                <a:lnTo>
                  <a:pt x="0" y="0"/>
                </a:lnTo>
                <a:lnTo>
                  <a:pt x="0" y="3263973"/>
                </a:lnTo>
                <a:lnTo>
                  <a:pt x="521219" y="3263973"/>
                </a:lnTo>
                <a:lnTo>
                  <a:pt x="52121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9" name="object 6">
            <a:extLst>
              <a:ext uri="{FF2B5EF4-FFF2-40B4-BE49-F238E27FC236}">
                <a16:creationId xmlns:a16="http://schemas.microsoft.com/office/drawing/2014/main" id="{6C789C84-429B-E341-A8FD-D3DE9A7B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74367" y="1683012"/>
            <a:ext cx="317700" cy="1989244"/>
          </a:xfrm>
          <a:custGeom>
            <a:avLst/>
            <a:gdLst/>
            <a:ahLst/>
            <a:cxnLst/>
            <a:rect l="l" t="t" r="r" b="b"/>
            <a:pathLst>
              <a:path w="523875" h="3280410">
                <a:moveTo>
                  <a:pt x="523753" y="0"/>
                </a:moveTo>
                <a:lnTo>
                  <a:pt x="0" y="0"/>
                </a:lnTo>
                <a:lnTo>
                  <a:pt x="0" y="3280046"/>
                </a:lnTo>
                <a:lnTo>
                  <a:pt x="523753" y="3280046"/>
                </a:lnTo>
                <a:lnTo>
                  <a:pt x="52375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AFE37B8-988C-4A4E-90C3-04246D82C2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6365" y="673119"/>
            <a:ext cx="10554998" cy="47565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i="0" baseline="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dirty="0"/>
              <a:t>Change font color to black if desired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A3E4F7-D994-EAA2-CDF8-0B56DEC644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7BB8A0D-0805-8F95-A373-F9147B834E5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854181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ecialty Layou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215BD70-32AA-D6EF-FA94-79387B1D6AE6}"/>
              </a:ext>
            </a:extLst>
          </p:cNvPr>
          <p:cNvSpPr txBox="1"/>
          <p:nvPr/>
        </p:nvSpPr>
        <p:spPr>
          <a:xfrm>
            <a:off x="773430" y="1259175"/>
            <a:ext cx="1064514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3800">
                <a:solidFill>
                  <a:schemeClr val="bg1"/>
                </a:solidFill>
              </a:rPr>
              <a:t>SPECIALTY LAYOUTS</a:t>
            </a:r>
          </a:p>
        </p:txBody>
      </p:sp>
    </p:spTree>
    <p:extLst>
      <p:ext uri="{BB962C8B-B14F-4D97-AF65-F5344CB8AC3E}">
        <p14:creationId xmlns:p14="http://schemas.microsoft.com/office/powerpoint/2010/main" val="1907286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008FC808-E143-94DB-002C-A34B8E380D7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D1CE06DC-AF9D-6940-AB04-89308B412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58"/>
            <a:ext cx="4168231" cy="6857230"/>
          </a:xfrm>
          <a:custGeom>
            <a:avLst/>
            <a:gdLst/>
            <a:ahLst/>
            <a:cxnLst/>
            <a:rect l="l" t="t" r="r" b="b"/>
            <a:pathLst>
              <a:path w="6873240" h="11308080">
                <a:moveTo>
                  <a:pt x="6872775" y="0"/>
                </a:moveTo>
                <a:lnTo>
                  <a:pt x="0" y="0"/>
                </a:lnTo>
                <a:lnTo>
                  <a:pt x="0" y="11308032"/>
                </a:lnTo>
                <a:lnTo>
                  <a:pt x="6872775" y="11308032"/>
                </a:lnTo>
                <a:lnTo>
                  <a:pt x="6872775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F046578E-E04E-DA0E-9BE6-2885EC74D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9122" y="2704535"/>
            <a:ext cx="640080" cy="64008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graphic">
            <a:extLst>
              <a:ext uri="{FF2B5EF4-FFF2-40B4-BE49-F238E27FC236}">
                <a16:creationId xmlns:a16="http://schemas.microsoft.com/office/drawing/2014/main" id="{B32874C3-05ED-2465-7F14-8B079788F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9122" y="3489579"/>
            <a:ext cx="640080" cy="64008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E029FD0-A527-4C46-8DD7-528E1B924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3147" y="2591479"/>
            <a:ext cx="6200188" cy="268755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6pPr>
            <a:lvl7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7pPr>
            <a:lvl8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8pPr>
            <a:lvl9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</a:defRPr>
            </a:lvl9pPr>
          </a:lstStyle>
          <a:p>
            <a:pPr lvl="0"/>
            <a:r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C26CC-73B9-7D5E-1430-1E261FA3F4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7594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616">
          <p15:clr>
            <a:srgbClr val="FBAE40"/>
          </p15:clr>
        </p15:guide>
        <p15:guide id="3" orient="horz" pos="17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7625AEED-6208-5CFF-6E6F-AACB1150B9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6E711-0388-4BA1-8928-DF6A8B364C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16877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91440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E029FD0-A527-4C46-8DD7-528E1B924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3147" y="2073319"/>
            <a:ext cx="6200188" cy="2687558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aseline="0">
                <a:solidFill>
                  <a:schemeClr val="bg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4400">
                <a:solidFill>
                  <a:schemeClr val="bg2"/>
                </a:solidFill>
                <a:latin typeface="+mj-lt"/>
              </a:defRPr>
            </a:lvl7pPr>
          </a:lstStyle>
          <a:p>
            <a:pPr lvl="0"/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610D-3861-BA73-8F09-841DD1B3DC3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EB71E01-7F07-4CFC-DCC6-4DD99018FDA6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7729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61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848D0B6E-DBA3-B00B-E60F-C0F5ECAAC36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graphic">
            <a:extLst>
              <a:ext uri="{FF2B5EF4-FFF2-40B4-BE49-F238E27FC236}">
                <a16:creationId xmlns:a16="http://schemas.microsoft.com/office/drawing/2014/main" id="{47117693-8E8A-484D-86B4-96E527FF0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125" y="193"/>
            <a:ext cx="6097156" cy="6857615"/>
          </a:xfrm>
          <a:custGeom>
            <a:avLst/>
            <a:gdLst/>
            <a:ahLst/>
            <a:cxnLst/>
            <a:rect l="l" t="t" r="r" b="b"/>
            <a:pathLst>
              <a:path w="10053955" h="11308715">
                <a:moveTo>
                  <a:pt x="10053494" y="0"/>
                </a:moveTo>
                <a:lnTo>
                  <a:pt x="0" y="0"/>
                </a:lnTo>
                <a:lnTo>
                  <a:pt x="0" y="11308556"/>
                </a:lnTo>
                <a:lnTo>
                  <a:pt x="10053494" y="11308556"/>
                </a:lnTo>
                <a:lnTo>
                  <a:pt x="10053494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graphic">
            <a:extLst>
              <a:ext uri="{FF2B5EF4-FFF2-40B4-BE49-F238E27FC236}">
                <a16:creationId xmlns:a16="http://schemas.microsoft.com/office/drawing/2014/main" id="{53CD2062-15D2-FCAD-AA31-CCEAE6BA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4832" y="1720897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graphic">
            <a:extLst>
              <a:ext uri="{FF2B5EF4-FFF2-40B4-BE49-F238E27FC236}">
                <a16:creationId xmlns:a16="http://schemas.microsoft.com/office/drawing/2014/main" id="{04047A66-D103-9EB4-9743-1D947ED6B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4832" y="2277757"/>
            <a:ext cx="402336" cy="402336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930DF97-1C31-7E4E-BC43-041350361C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2305" y="1635429"/>
            <a:ext cx="3857655" cy="4031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1E01443D-080A-A744-984D-9F8639393D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26929" y="1635429"/>
            <a:ext cx="3857655" cy="4031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0CB43-AE30-E976-F0D0-7C7D0BCD3C4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5341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0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32F8C453-028A-CC66-BD03-8802DA0D67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30BB34-D1AA-734B-70EA-B3A0D0322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Change font color to black if desired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48A48-CCD2-8C49-9365-BA07992F78B4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2043202" y="1617880"/>
            <a:ext cx="831732" cy="83173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dirty="0"/>
              <a:t>Click to add icon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C428E38-FB22-49D4-A3EC-FD35DBD2E8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4857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 b="1"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5BBDAD50-AEE0-4932-A9C5-D9EA8FECE9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34857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D2A27F84-A992-1F4D-9385-67DBF9ABD013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5664815" y="1617880"/>
            <a:ext cx="831732" cy="83173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t>Click to add icon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1FD8749B-5D53-462B-B4F7-E565871A9AD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60521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</a:lstStyle>
          <a:p>
            <a:pPr lvl="0"/>
            <a:r>
              <a:t>Click to add text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E5B341A6-D9B8-4143-B5A9-03A64B9E8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60521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1E2CCD22-96F8-D249-91BE-E6A9BDAA23D0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9280482" y="1617880"/>
            <a:ext cx="831732" cy="831739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t>Click to add icon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947E6240-7B7D-4518-ABB4-2AECE7F683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76187" y="2577063"/>
            <a:ext cx="2932811" cy="80117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="1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 b="1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 b="1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 b="1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 b="1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 b="1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 b="1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 b="1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 b="1">
                <a:latin typeface="+mn-lt"/>
              </a:defRPr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171BE578-27D8-4CCE-AB4A-9399D4E7FE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76187" y="3536246"/>
            <a:ext cx="2932811" cy="2358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a paragraph of text. The rest is placeholder copy.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D4C8C-83CC-4763-D3B1-56BE98C86CAA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1EDABC6-38B3-11BC-406D-8B62665E8B4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91579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_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B0F094F2-D4C9-988D-E410-34D847B4F0A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C5E33-9B9E-6F36-26B5-E9ABFE5A8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932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9E53C-3D14-9521-7896-06AFC4767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84520" y="2513730"/>
            <a:ext cx="822960" cy="82296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D7FEBC-68AB-B0E1-9936-AE8DCC6B9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80981" y="3522989"/>
            <a:ext cx="822960" cy="822960"/>
          </a:xfrm>
          <a:prstGeom prst="rect">
            <a:avLst/>
          </a:prstGeom>
          <a:solidFill>
            <a:srgbClr val="FF6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E63D65E-3132-E4B7-83B9-BE66F0E66EC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82819" y="800933"/>
            <a:ext cx="5116501" cy="5250671"/>
          </a:xfrm>
          <a:custGeom>
            <a:avLst/>
            <a:gdLst>
              <a:gd name="connsiteX0" fmla="*/ 0 w 5116501"/>
              <a:gd name="connsiteY0" fmla="*/ 0 h 5250671"/>
              <a:gd name="connsiteX1" fmla="*/ 5116501 w 5116501"/>
              <a:gd name="connsiteY1" fmla="*/ 0 h 5250671"/>
              <a:gd name="connsiteX2" fmla="*/ 5116501 w 5116501"/>
              <a:gd name="connsiteY2" fmla="*/ 1716725 h 5250671"/>
              <a:gd name="connsiteX3" fmla="*/ 4711035 w 5116501"/>
              <a:gd name="connsiteY3" fmla="*/ 1716725 h 5250671"/>
              <a:gd name="connsiteX4" fmla="*/ 4711035 w 5116501"/>
              <a:gd name="connsiteY4" fmla="*/ 2530541 h 5250671"/>
              <a:gd name="connsiteX5" fmla="*/ 5116501 w 5116501"/>
              <a:gd name="connsiteY5" fmla="*/ 2530541 h 5250671"/>
              <a:gd name="connsiteX6" fmla="*/ 5116501 w 5116501"/>
              <a:gd name="connsiteY6" fmla="*/ 2725420 h 5250671"/>
              <a:gd name="connsiteX7" fmla="*/ 4711035 w 5116501"/>
              <a:gd name="connsiteY7" fmla="*/ 2725420 h 5250671"/>
              <a:gd name="connsiteX8" fmla="*/ 4711035 w 5116501"/>
              <a:gd name="connsiteY8" fmla="*/ 3539236 h 5250671"/>
              <a:gd name="connsiteX9" fmla="*/ 5116501 w 5116501"/>
              <a:gd name="connsiteY9" fmla="*/ 3539236 h 5250671"/>
              <a:gd name="connsiteX10" fmla="*/ 5116501 w 5116501"/>
              <a:gd name="connsiteY10" fmla="*/ 5250671 h 5250671"/>
              <a:gd name="connsiteX11" fmla="*/ 0 w 5116501"/>
              <a:gd name="connsiteY11" fmla="*/ 5250671 h 5250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16501" h="5250671">
                <a:moveTo>
                  <a:pt x="0" y="0"/>
                </a:moveTo>
                <a:lnTo>
                  <a:pt x="5116501" y="0"/>
                </a:lnTo>
                <a:lnTo>
                  <a:pt x="5116501" y="1716725"/>
                </a:lnTo>
                <a:lnTo>
                  <a:pt x="4711035" y="1716725"/>
                </a:lnTo>
                <a:lnTo>
                  <a:pt x="4711035" y="2530541"/>
                </a:lnTo>
                <a:lnTo>
                  <a:pt x="5116501" y="2530541"/>
                </a:lnTo>
                <a:lnTo>
                  <a:pt x="5116501" y="2725420"/>
                </a:lnTo>
                <a:lnTo>
                  <a:pt x="4711035" y="2725420"/>
                </a:lnTo>
                <a:lnTo>
                  <a:pt x="4711035" y="3539236"/>
                </a:lnTo>
                <a:lnTo>
                  <a:pt x="5116501" y="3539236"/>
                </a:lnTo>
                <a:lnTo>
                  <a:pt x="5116501" y="5250671"/>
                </a:lnTo>
                <a:lnTo>
                  <a:pt x="0" y="525067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3152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3B157-BF6D-2541-8E02-D31040FDF1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3137" y="2407150"/>
            <a:ext cx="3789634" cy="668818"/>
          </a:xfrm>
          <a:prstGeom prst="rect">
            <a:avLst/>
          </a:prstGeom>
        </p:spPr>
        <p:txBody>
          <a:bodyPr anchor="t" anchorCtr="1">
            <a:noAutofit/>
          </a:bodyPr>
          <a:lstStyle>
            <a:lvl1pPr marL="0" indent="0">
              <a:spcBef>
                <a:spcPts val="0"/>
              </a:spcBef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Action</a:t>
            </a:r>
            <a:endParaRPr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FC3BD6D-7085-3059-75C5-1B6D1B1913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9540" y="800363"/>
            <a:ext cx="5116501" cy="5251235"/>
          </a:xfrm>
          <a:custGeom>
            <a:avLst/>
            <a:gdLst>
              <a:gd name="connsiteX0" fmla="*/ 0 w 5116501"/>
              <a:gd name="connsiteY0" fmla="*/ 0 h 5251235"/>
              <a:gd name="connsiteX1" fmla="*/ 5116501 w 5116501"/>
              <a:gd name="connsiteY1" fmla="*/ 0 h 5251235"/>
              <a:gd name="connsiteX2" fmla="*/ 5116501 w 5116501"/>
              <a:gd name="connsiteY2" fmla="*/ 5251235 h 5251235"/>
              <a:gd name="connsiteX3" fmla="*/ 0 w 5116501"/>
              <a:gd name="connsiteY3" fmla="*/ 5251235 h 5251235"/>
              <a:gd name="connsiteX4" fmla="*/ 0 w 5116501"/>
              <a:gd name="connsiteY4" fmla="*/ 3539806 h 5251235"/>
              <a:gd name="connsiteX5" fmla="*/ 398606 w 5116501"/>
              <a:gd name="connsiteY5" fmla="*/ 3539806 h 5251235"/>
              <a:gd name="connsiteX6" fmla="*/ 398606 w 5116501"/>
              <a:gd name="connsiteY6" fmla="*/ 2725990 h 5251235"/>
              <a:gd name="connsiteX7" fmla="*/ 0 w 5116501"/>
              <a:gd name="connsiteY7" fmla="*/ 2725990 h 5251235"/>
              <a:gd name="connsiteX8" fmla="*/ 0 w 5116501"/>
              <a:gd name="connsiteY8" fmla="*/ 2531111 h 5251235"/>
              <a:gd name="connsiteX9" fmla="*/ 398606 w 5116501"/>
              <a:gd name="connsiteY9" fmla="*/ 2531111 h 5251235"/>
              <a:gd name="connsiteX10" fmla="*/ 398606 w 5116501"/>
              <a:gd name="connsiteY10" fmla="*/ 1717295 h 5251235"/>
              <a:gd name="connsiteX11" fmla="*/ 0 w 5116501"/>
              <a:gd name="connsiteY11" fmla="*/ 1717295 h 5251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16501" h="5251235">
                <a:moveTo>
                  <a:pt x="0" y="0"/>
                </a:moveTo>
                <a:lnTo>
                  <a:pt x="5116501" y="0"/>
                </a:lnTo>
                <a:lnTo>
                  <a:pt x="5116501" y="5251235"/>
                </a:lnTo>
                <a:lnTo>
                  <a:pt x="0" y="5251235"/>
                </a:lnTo>
                <a:lnTo>
                  <a:pt x="0" y="3539806"/>
                </a:lnTo>
                <a:lnTo>
                  <a:pt x="398606" y="3539806"/>
                </a:lnTo>
                <a:lnTo>
                  <a:pt x="398606" y="2725990"/>
                </a:lnTo>
                <a:lnTo>
                  <a:pt x="0" y="2725990"/>
                </a:lnTo>
                <a:lnTo>
                  <a:pt x="0" y="2531111"/>
                </a:lnTo>
                <a:lnTo>
                  <a:pt x="398606" y="2531111"/>
                </a:lnTo>
                <a:lnTo>
                  <a:pt x="398606" y="1717295"/>
                </a:lnTo>
                <a:lnTo>
                  <a:pt x="0" y="171729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tIns="73152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FA3E2B8-7A48-3144-A79F-311482EE80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3247" y="2407150"/>
            <a:ext cx="3785616" cy="668818"/>
          </a:xfrm>
          <a:prstGeom prst="rect">
            <a:avLst/>
          </a:prstGeom>
        </p:spPr>
        <p:txBody>
          <a:bodyPr anchor="t" anchorCtr="1">
            <a:noAutofit/>
          </a:bodyPr>
          <a:lstStyle>
            <a:lvl1pPr marL="0" indent="0" algn="ctr">
              <a:spcBef>
                <a:spcPts val="0"/>
              </a:spcBef>
              <a:buNone/>
              <a:defRPr sz="40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Impact</a:t>
            </a: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8BEB5-5732-D6D6-C1CC-7D18ED7667D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6159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4" orient="horz" pos="15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frame picture"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40DF0468-62B1-F473-6B99-998C67A55A9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B06D7CA-A9F6-7E63-F52C-5DC90E63D5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3" y="0"/>
            <a:ext cx="12190413" cy="6858000"/>
          </a:xfrm>
          <a:custGeom>
            <a:avLst/>
            <a:gdLst>
              <a:gd name="connsiteX0" fmla="*/ 0 w 12190413"/>
              <a:gd name="connsiteY0" fmla="*/ 0 h 6858000"/>
              <a:gd name="connsiteX1" fmla="*/ 12190413 w 12190413"/>
              <a:gd name="connsiteY1" fmla="*/ 0 h 6858000"/>
              <a:gd name="connsiteX2" fmla="*/ 12190413 w 12190413"/>
              <a:gd name="connsiteY2" fmla="*/ 1683012 h 6858000"/>
              <a:gd name="connsiteX3" fmla="*/ 11873507 w 12190413"/>
              <a:gd name="connsiteY3" fmla="*/ 1683012 h 6858000"/>
              <a:gd name="connsiteX4" fmla="*/ 11873507 w 12190413"/>
              <a:gd name="connsiteY4" fmla="*/ 3672035 h 6858000"/>
              <a:gd name="connsiteX5" fmla="*/ 12190413 w 12190413"/>
              <a:gd name="connsiteY5" fmla="*/ 3672035 h 6858000"/>
              <a:gd name="connsiteX6" fmla="*/ 12190413 w 12190413"/>
              <a:gd name="connsiteY6" fmla="*/ 4148426 h 6858000"/>
              <a:gd name="connsiteX7" fmla="*/ 11875048 w 12190413"/>
              <a:gd name="connsiteY7" fmla="*/ 4148426 h 6858000"/>
              <a:gd name="connsiteX8" fmla="*/ 11875048 w 12190413"/>
              <a:gd name="connsiteY8" fmla="*/ 6127703 h 6858000"/>
              <a:gd name="connsiteX9" fmla="*/ 12190413 w 12190413"/>
              <a:gd name="connsiteY9" fmla="*/ 6127703 h 6858000"/>
              <a:gd name="connsiteX10" fmla="*/ 12190413 w 12190413"/>
              <a:gd name="connsiteY10" fmla="*/ 6858000 h 6858000"/>
              <a:gd name="connsiteX11" fmla="*/ 0 w 12190413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0413" h="6858000">
                <a:moveTo>
                  <a:pt x="0" y="0"/>
                </a:moveTo>
                <a:lnTo>
                  <a:pt x="12190413" y="0"/>
                </a:lnTo>
                <a:lnTo>
                  <a:pt x="12190413" y="1683012"/>
                </a:lnTo>
                <a:lnTo>
                  <a:pt x="11873507" y="1683012"/>
                </a:lnTo>
                <a:lnTo>
                  <a:pt x="11873507" y="3672035"/>
                </a:lnTo>
                <a:lnTo>
                  <a:pt x="12190413" y="3672035"/>
                </a:lnTo>
                <a:lnTo>
                  <a:pt x="12190413" y="4148426"/>
                </a:lnTo>
                <a:lnTo>
                  <a:pt x="11875048" y="4148426"/>
                </a:lnTo>
                <a:lnTo>
                  <a:pt x="11875048" y="6127703"/>
                </a:lnTo>
                <a:lnTo>
                  <a:pt x="12190413" y="6127703"/>
                </a:lnTo>
                <a:lnTo>
                  <a:pt x="121904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bIns="118872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8533B-F132-210B-11B0-6935DD8C5C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45568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tal 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F6FFDB7B-DD10-B1A9-DA92-EA8B1CFA9C0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0" name="graphic">
            <a:extLst>
              <a:ext uri="{FF2B5EF4-FFF2-40B4-BE49-F238E27FC236}">
                <a16:creationId xmlns:a16="http://schemas.microsoft.com/office/drawing/2014/main" id="{033266E6-0C49-D3F4-54E9-FE0F2F391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84670" y="165"/>
            <a:ext cx="8007595" cy="6857230"/>
          </a:xfrm>
          <a:custGeom>
            <a:avLst/>
            <a:gdLst/>
            <a:ahLst/>
            <a:cxnLst/>
            <a:rect l="l" t="t" r="r" b="b"/>
            <a:pathLst>
              <a:path w="13204190" h="11308080">
                <a:moveTo>
                  <a:pt x="13203744" y="0"/>
                </a:moveTo>
                <a:lnTo>
                  <a:pt x="0" y="0"/>
                </a:lnTo>
                <a:lnTo>
                  <a:pt x="0" y="11308032"/>
                </a:lnTo>
                <a:lnTo>
                  <a:pt x="13203744" y="11308032"/>
                </a:lnTo>
                <a:lnTo>
                  <a:pt x="1320374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sz="1100">
              <a:latin typeface="Arial" panose="020B0604020202020204" pitchFamily="34" charset="0"/>
            </a:endParaRP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F1F033F-C57C-4849-B5B8-5CB13AA8D76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1741040"/>
            <a:ext cx="5422090" cy="32965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82296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960F2A7-E57D-43EC-9F27-3AEF7D9A0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169" y="441961"/>
            <a:ext cx="5477771" cy="1424896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2D5A24CB-5483-AF42-9AFD-02316CAFC4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7168" y="1924593"/>
            <a:ext cx="5477772" cy="39123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C8267EE6-CC9D-8D49-A303-32F7DABF0B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7168" y="2480246"/>
            <a:ext cx="5477772" cy="3799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1pPr>
            <a:lvl2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2pPr>
            <a:lvl3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3pPr>
            <a:lvl4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4pPr>
            <a:lvl5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5pPr>
            <a:lvl6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6pPr>
            <a:lvl7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7pPr>
            <a:lvl8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8pPr>
            <a:lvl9pPr marL="0" indent="0">
              <a:lnSpc>
                <a:spcPct val="130000"/>
              </a:lnSpc>
              <a:spcBef>
                <a:spcPts val="0"/>
              </a:spcBef>
              <a:buNone/>
              <a:defRPr sz="1400"/>
            </a:lvl9pPr>
          </a:lstStyle>
          <a:p>
            <a:pPr lvl="0"/>
            <a:r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311F8-A44F-6141-133A-D95DA0F9103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9EBE43B-0755-302F-5512-FA37694D3113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58504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0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Picture with Content_bulle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4E07598F-3F51-9EF7-E4E4-16992BD51DE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DD3E5BF-834E-46CC-8CBF-1C74646551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-1"/>
            <a:ext cx="4103212" cy="68580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822960" anchor="ctr" anchorCtr="0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6C20BD-CF8E-5451-3C95-7B26B5CC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13" y="815341"/>
            <a:ext cx="6764755" cy="11201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9664E885-8483-1C45-BDD9-095AD4C234D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7750" y="2073275"/>
            <a:ext cx="6761164" cy="479425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400">
                <a:latin typeface="+mn-lt"/>
                <a:cs typeface="Arial" panose="020B0604020202020204" pitchFamily="34" charset="0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</a:lstStyle>
          <a:p>
            <a:pPr lvl="0"/>
            <a:r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F560DC1-ADDC-1841-B2C9-0FC1CA247AE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7547" y="2735581"/>
            <a:ext cx="6764755" cy="3482664"/>
          </a:xfrm>
          <a:prstGeom prst="rect">
            <a:avLst/>
          </a:prstGeom>
        </p:spPr>
        <p:txBody>
          <a:bodyPr>
            <a:noAutofit/>
          </a:bodyPr>
          <a:lstStyle>
            <a:lvl1pPr marL="210312" indent="-210312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latin typeface="+mn-lt"/>
              </a:defRPr>
            </a:lvl1pPr>
            <a:lvl2pPr marL="448056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3pPr>
            <a:lvl4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4pPr>
            <a:lvl5pPr marL="731520" indent="-173736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5pPr>
            <a:lvl6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6pPr>
            <a:lvl7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C3ECA-4341-DB70-A797-A59AD60FBC33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8EF2B5D-978C-6A67-C17D-6C954AB5DD01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60444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68">
          <p15:clr>
            <a:srgbClr val="FBAE40"/>
          </p15:clr>
        </p15:guide>
        <p15:guide id="2" orient="horz" pos="115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8028F61A-2608-A200-DF18-408AC31F151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4103212" cy="6858002"/>
          </a:xfrm>
          <a:solidFill>
            <a:schemeClr val="bg1">
              <a:lumMod val="85000"/>
            </a:schemeClr>
          </a:solidFill>
        </p:spPr>
        <p:txBody>
          <a:bodyPr tIns="4572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013" y="815341"/>
            <a:ext cx="6764755" cy="112014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857547" y="2377440"/>
            <a:ext cx="6764755" cy="3840805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pPr lvl="0"/>
            <a:r>
              <a:t>Click to add brief caption relating to picture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214F33-6079-7D18-7FFF-89E615395B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3D58A-31DE-666E-398A-E2D6EF046F04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526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 not remove" hidden="1">
            <a:extLst>
              <a:ext uri="{FF2B5EF4-FFF2-40B4-BE49-F238E27FC236}">
                <a16:creationId xmlns:a16="http://schemas.microsoft.com/office/drawing/2014/main" id="{514B4C20-3F35-A133-0D0C-34AB5602B8F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5" name="graphic">
            <a:extLst>
              <a:ext uri="{FF2B5EF4-FFF2-40B4-BE49-F238E27FC236}">
                <a16:creationId xmlns:a16="http://schemas.microsoft.com/office/drawing/2014/main" id="{DE3D9466-E143-7F49-85C6-80F7F817A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82181"/>
            <a:ext cx="1555770" cy="1555661"/>
          </a:xfrm>
          <a:custGeom>
            <a:avLst/>
            <a:gdLst/>
            <a:ahLst/>
            <a:cxnLst/>
            <a:rect l="l" t="t" r="r" b="b"/>
            <a:pathLst>
              <a:path w="2565400" h="2565400">
                <a:moveTo>
                  <a:pt x="2565220" y="0"/>
                </a:moveTo>
                <a:lnTo>
                  <a:pt x="0" y="0"/>
                </a:lnTo>
                <a:lnTo>
                  <a:pt x="0" y="2565199"/>
                </a:lnTo>
                <a:lnTo>
                  <a:pt x="2565220" y="2565199"/>
                </a:lnTo>
                <a:lnTo>
                  <a:pt x="2565220" y="0"/>
                </a:lnTo>
                <a:close/>
              </a:path>
            </a:pathLst>
          </a:custGeom>
          <a:solidFill>
            <a:srgbClr val="FF601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6" name="graphic">
            <a:extLst>
              <a:ext uri="{FF2B5EF4-FFF2-40B4-BE49-F238E27FC236}">
                <a16:creationId xmlns:a16="http://schemas.microsoft.com/office/drawing/2014/main" id="{D8375E29-05DD-EB48-91A8-178AD04B6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12128"/>
            <a:ext cx="1554480" cy="1554480"/>
          </a:xfrm>
          <a:custGeom>
            <a:avLst/>
            <a:gdLst/>
            <a:ahLst/>
            <a:cxnLst/>
            <a:rect l="l" t="t" r="r" b="b"/>
            <a:pathLst>
              <a:path w="2578100" h="2578100">
                <a:moveTo>
                  <a:pt x="2577743" y="0"/>
                </a:moveTo>
                <a:lnTo>
                  <a:pt x="0" y="0"/>
                </a:lnTo>
                <a:lnTo>
                  <a:pt x="0" y="2577858"/>
                </a:lnTo>
                <a:lnTo>
                  <a:pt x="2577743" y="2577858"/>
                </a:lnTo>
                <a:lnTo>
                  <a:pt x="2577743" y="0"/>
                </a:lnTo>
                <a:close/>
              </a:path>
            </a:pathLst>
          </a:custGeom>
          <a:solidFill>
            <a:srgbClr val="FF6012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F3C79C6F-E9AB-C44B-A424-1D5DE55ED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2599" y="1583120"/>
            <a:ext cx="7330553" cy="3493309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201168" indent="-201168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2pPr>
            <a:lvl3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3pPr>
            <a:lvl4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4pPr>
            <a:lvl5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5pPr>
            <a:lvl6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6pPr>
            <a:lvl7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7pPr>
            <a:lvl8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8pPr>
            <a:lvl9pPr marL="228600" indent="-22860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  <a:latin typeface="+mj-lt"/>
              </a:defRPr>
            </a:lvl9pPr>
          </a:lstStyle>
          <a:p>
            <a:pPr lvl="0"/>
            <a:r>
              <a:rPr dirty="0"/>
              <a:t>“Click to add quote.”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B4D530C1-31E4-4040-826D-FF1CE981D7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75443" y="5332965"/>
            <a:ext cx="2777709" cy="36484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227013" indent="-227013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2000" i="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+mn-lt"/>
              </a:defRPr>
            </a:lvl9pPr>
          </a:lstStyle>
          <a:p>
            <a:pPr lvl="0"/>
            <a:r>
              <a:rPr lang="en-US" dirty="0"/>
              <a:t>Author name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E8D77-E32A-A420-41C4-C507B9FC0F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761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056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Small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>
            <a:extLst>
              <a:ext uri="{FF2B5EF4-FFF2-40B4-BE49-F238E27FC236}">
                <a16:creationId xmlns:a16="http://schemas.microsoft.com/office/drawing/2014/main" id="{A0AF3199-F791-18B1-B264-0EEC24406E8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C456E61C-46AE-4401-914F-4D139B06E4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723284" y="0"/>
            <a:ext cx="10468716" cy="30997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bIns="731520"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bg object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3284" y="5643507"/>
            <a:ext cx="10468715" cy="1214493"/>
          </a:xfrm>
          <a:custGeom>
            <a:avLst/>
            <a:gdLst/>
            <a:ahLst/>
            <a:cxnLst/>
            <a:rect l="l" t="t" r="r" b="b"/>
            <a:pathLst>
              <a:path w="17262475" h="2002790">
                <a:moveTo>
                  <a:pt x="17261851" y="0"/>
                </a:moveTo>
                <a:lnTo>
                  <a:pt x="0" y="0"/>
                </a:lnTo>
                <a:lnTo>
                  <a:pt x="0" y="2002347"/>
                </a:lnTo>
                <a:lnTo>
                  <a:pt x="17261851" y="2002347"/>
                </a:lnTo>
                <a:lnTo>
                  <a:pt x="17261851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9" name="bg objec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084" y="3690393"/>
            <a:ext cx="264558" cy="264539"/>
          </a:xfrm>
          <a:custGeom>
            <a:avLst/>
            <a:gdLst/>
            <a:ahLst/>
            <a:cxnLst/>
            <a:rect l="l" t="t" r="r" b="b"/>
            <a:pathLst>
              <a:path w="436244" h="436245">
                <a:moveTo>
                  <a:pt x="436122" y="0"/>
                </a:moveTo>
                <a:lnTo>
                  <a:pt x="0" y="0"/>
                </a:lnTo>
                <a:lnTo>
                  <a:pt x="0" y="436143"/>
                </a:lnTo>
                <a:lnTo>
                  <a:pt x="436122" y="436143"/>
                </a:lnTo>
                <a:lnTo>
                  <a:pt x="43612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18" name="bg object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1084" y="4018213"/>
            <a:ext cx="263402" cy="263384"/>
          </a:xfrm>
          <a:custGeom>
            <a:avLst/>
            <a:gdLst/>
            <a:ahLst/>
            <a:cxnLst/>
            <a:rect l="l" t="t" r="r" b="b"/>
            <a:pathLst>
              <a:path w="434339" h="434340">
                <a:moveTo>
                  <a:pt x="434007" y="0"/>
                </a:moveTo>
                <a:lnTo>
                  <a:pt x="0" y="0"/>
                </a:lnTo>
                <a:lnTo>
                  <a:pt x="0" y="434007"/>
                </a:lnTo>
                <a:lnTo>
                  <a:pt x="434007" y="434007"/>
                </a:lnTo>
                <a:lnTo>
                  <a:pt x="43400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 hasCustomPrompt="1"/>
          </p:nvPr>
        </p:nvSpPr>
        <p:spPr>
          <a:xfrm>
            <a:off x="1676351" y="3585242"/>
            <a:ext cx="9965012" cy="834613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000" b="0" i="0" baseline="0">
                <a:solidFill>
                  <a:schemeClr val="bg2"/>
                </a:solidFill>
                <a:latin typeface="Arial Black" panose="020B0A0402010202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Holder 3"/>
          <p:cNvSpPr>
            <a:spLocks noGrp="1"/>
          </p:cNvSpPr>
          <p:nvPr>
            <p:ph type="subTitle" idx="4" hasCustomPrompt="1"/>
          </p:nvPr>
        </p:nvSpPr>
        <p:spPr>
          <a:xfrm>
            <a:off x="1676351" y="4625588"/>
            <a:ext cx="9935781" cy="430887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>
                <a:latin typeface="+mn-lt"/>
              </a:defRPr>
            </a:lvl2pPr>
            <a:lvl3pPr marL="0" indent="0">
              <a:spcBef>
                <a:spcPts val="0"/>
              </a:spcBef>
              <a:buNone/>
              <a:defRPr sz="2400">
                <a:latin typeface="+mn-lt"/>
              </a:defRPr>
            </a:lvl3pPr>
            <a:lvl4pPr marL="0" indent="0">
              <a:spcBef>
                <a:spcPts val="0"/>
              </a:spcBef>
              <a:buNone/>
              <a:defRPr sz="2400">
                <a:latin typeface="+mn-lt"/>
              </a:defRPr>
            </a:lvl4pPr>
            <a:lvl5pPr marL="0" indent="0">
              <a:spcBef>
                <a:spcPts val="0"/>
              </a:spcBef>
              <a:buNone/>
              <a:defRPr sz="2400">
                <a:latin typeface="+mn-lt"/>
              </a:defRPr>
            </a:lvl5pPr>
            <a:lvl6pPr marL="0" indent="0">
              <a:spcBef>
                <a:spcPts val="0"/>
              </a:spcBef>
              <a:buNone/>
              <a:defRPr sz="2400">
                <a:latin typeface="+mn-lt"/>
              </a:defRPr>
            </a:lvl6pPr>
            <a:lvl7pPr marL="0" indent="0">
              <a:spcBef>
                <a:spcPts val="0"/>
              </a:spcBef>
              <a:buNone/>
              <a:defRPr sz="2400">
                <a:latin typeface="+mn-lt"/>
              </a:defRPr>
            </a:lvl7pPr>
            <a:lvl8pPr marL="0" indent="0">
              <a:spcBef>
                <a:spcPts val="0"/>
              </a:spcBef>
              <a:buNone/>
              <a:defRPr sz="2400">
                <a:latin typeface="+mn-lt"/>
              </a:defRPr>
            </a:lvl8pPr>
            <a:lvl9pPr marL="0" indent="0">
              <a:spcBef>
                <a:spcPts val="0"/>
              </a:spcBef>
              <a:buNone/>
              <a:defRPr sz="2400">
                <a:latin typeface="+mn-lt"/>
              </a:defRPr>
            </a:lvl9pPr>
          </a:lstStyle>
          <a:p>
            <a:r>
              <a:t>Click to add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5F03B-AE9A-5511-2F79-116604EC92D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5341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AE54-B345-9EF5-1AA9-FDFD47EE1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3691" y="3612333"/>
            <a:ext cx="7190049" cy="817737"/>
          </a:xfrm>
        </p:spPr>
        <p:txBody>
          <a:bodyPr anchor="b"/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96945-EE01-10D2-2D68-1EDCD328A8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93885" y="4769026"/>
            <a:ext cx="7189810" cy="50391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Month, Day, Year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E54B82-34EF-42ED-7544-AC8B6A11D39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E37EFEAA-81E4-FE5A-8BB9-DA0F809D0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2828" y="936040"/>
            <a:ext cx="4795724" cy="93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6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137B6B49-4E86-DAA7-C2A7-E2E6C09C6D1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CEE76A-D9A4-68A5-7427-AC21CA4D0DAE}"/>
              </a:ext>
            </a:extLst>
          </p:cNvPr>
          <p:cNvSpPr txBox="1"/>
          <p:nvPr/>
        </p:nvSpPr>
        <p:spPr>
          <a:xfrm>
            <a:off x="9353058" y="1782937"/>
            <a:ext cx="2480020" cy="540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sz="2911" kern="0" dirty="0">
                <a:solidFill>
                  <a:schemeClr val="bg2"/>
                </a:solidFill>
                <a:latin typeface="+mj-lt"/>
              </a:rPr>
              <a:t>Thank You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8648CA-5B02-555D-465E-AED2E41A3BCE}"/>
              </a:ext>
            </a:extLst>
          </p:cNvPr>
          <p:cNvSpPr txBox="1"/>
          <p:nvPr/>
        </p:nvSpPr>
        <p:spPr>
          <a:xfrm>
            <a:off x="9207143" y="3048000"/>
            <a:ext cx="2625935" cy="33855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The information contained herein is </a:t>
            </a:r>
            <a:br>
              <a:rPr lang="en-US" sz="970" dirty="0">
                <a:latin typeface="+mn-lt"/>
                <a:cs typeface="Arial" panose="020B0604020202020204" pitchFamily="34" charset="0"/>
              </a:rPr>
            </a:br>
            <a:r>
              <a:rPr lang="en-US" sz="970" dirty="0">
                <a:latin typeface="+mn-lt"/>
                <a:cs typeface="Arial" panose="020B0604020202020204" pitchFamily="34" charset="0"/>
              </a:rPr>
              <a:t>GF Confidential and the property of GlobalFoundries and/or its licensors.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This document is for informational purposes only, is current only as of the date of publication and is subject to change by GlobalFoundries at any time without notice.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GlobalFoundries, the GlobalFoundries logo and combinations thereof are trademarks of GlobalFoundries Inc. in the United States and/or other jurisdictions. Other product or service names are for identification only and may be trademarks or service marks of their respective owners.</a:t>
            </a:r>
          </a:p>
          <a:p>
            <a:pPr lvl="0">
              <a:spcAft>
                <a:spcPts val="600"/>
              </a:spcAft>
            </a:pPr>
            <a:r>
              <a:rPr lang="en-US" sz="970" dirty="0">
                <a:latin typeface="+mn-lt"/>
                <a:cs typeface="Arial" panose="020B0604020202020204" pitchFamily="34" charset="0"/>
              </a:rPr>
              <a:t>© GlobalFoundries Inc. 2025. Unless otherwise indicated, all rights reserved. </a:t>
            </a:r>
            <a:br>
              <a:rPr lang="en-US" sz="970" dirty="0">
                <a:latin typeface="+mn-lt"/>
                <a:cs typeface="Arial" panose="020B0604020202020204" pitchFamily="34" charset="0"/>
              </a:rPr>
            </a:br>
            <a:r>
              <a:rPr lang="en-US" sz="970" dirty="0">
                <a:latin typeface="+mn-lt"/>
                <a:cs typeface="Arial" panose="020B0604020202020204" pitchFamily="34" charset="0"/>
              </a:rPr>
              <a:t>Do not copy or redistribute, in whole or in part, except as expressly permitted by GlobalFoundries.</a:t>
            </a:r>
            <a:endParaRPr sz="970" kern="0" dirty="0">
              <a:latin typeface="+mn-lt"/>
            </a:endParaRPr>
          </a:p>
          <a:p>
            <a:pPr algn="l"/>
            <a:endParaRPr sz="970" kern="0" dirty="0">
              <a:latin typeface="+mn-lt"/>
            </a:endParaRPr>
          </a:p>
        </p:txBody>
      </p:sp>
      <p:pic>
        <p:nvPicPr>
          <p:cNvPr id="46" name="graphic">
            <a:extLst>
              <a:ext uri="{FF2B5EF4-FFF2-40B4-BE49-F238E27FC236}">
                <a16:creationId xmlns:a16="http://schemas.microsoft.com/office/drawing/2014/main" id="{392A478E-35F2-4E19-881A-F739DA96B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8944946" cy="6857519"/>
          </a:xfrm>
          <a:prstGeom prst="rect">
            <a:avLst/>
          </a:prstGeom>
        </p:spPr>
      </p:pic>
      <p:sp>
        <p:nvSpPr>
          <p:cNvPr id="45" name="overlay">
            <a:extLst>
              <a:ext uri="{FF2B5EF4-FFF2-40B4-BE49-F238E27FC236}">
                <a16:creationId xmlns:a16="http://schemas.microsoft.com/office/drawing/2014/main" id="{E50D90A6-9B7C-44C5-9FA0-FE3F92386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385"/>
            <a:ext cx="8945293" cy="6857230"/>
          </a:xfrm>
          <a:custGeom>
            <a:avLst/>
            <a:gdLst/>
            <a:ahLst/>
            <a:cxnLst/>
            <a:rect l="l" t="t" r="r" b="b"/>
            <a:pathLst>
              <a:path w="14750415" h="11308080">
                <a:moveTo>
                  <a:pt x="14749844" y="0"/>
                </a:moveTo>
                <a:lnTo>
                  <a:pt x="9265755" y="0"/>
                </a:lnTo>
                <a:lnTo>
                  <a:pt x="9265755" y="2420620"/>
                </a:lnTo>
                <a:lnTo>
                  <a:pt x="9265755" y="8887460"/>
                </a:lnTo>
                <a:lnTo>
                  <a:pt x="2798330" y="8887460"/>
                </a:lnTo>
                <a:lnTo>
                  <a:pt x="2798330" y="2420620"/>
                </a:lnTo>
                <a:lnTo>
                  <a:pt x="9265755" y="2420620"/>
                </a:lnTo>
                <a:lnTo>
                  <a:pt x="9265755" y="0"/>
                </a:lnTo>
                <a:lnTo>
                  <a:pt x="0" y="0"/>
                </a:lnTo>
                <a:lnTo>
                  <a:pt x="0" y="2420620"/>
                </a:lnTo>
                <a:lnTo>
                  <a:pt x="0" y="8887460"/>
                </a:lnTo>
                <a:lnTo>
                  <a:pt x="0" y="11308067"/>
                </a:lnTo>
                <a:lnTo>
                  <a:pt x="14749844" y="11308067"/>
                </a:lnTo>
                <a:lnTo>
                  <a:pt x="14749844" y="8887460"/>
                </a:lnTo>
                <a:lnTo>
                  <a:pt x="14749844" y="2420620"/>
                </a:lnTo>
                <a:lnTo>
                  <a:pt x="14749844" y="2420035"/>
                </a:lnTo>
                <a:lnTo>
                  <a:pt x="14749844" y="0"/>
                </a:lnTo>
                <a:close/>
              </a:path>
            </a:pathLst>
          </a:custGeom>
          <a:solidFill>
            <a:srgbClr val="1C1B1A">
              <a:alpha val="34999"/>
            </a:srgbClr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DAC29-5C3C-4617-8BFE-DBC7E5D57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60"/>
          <a:stretch/>
        </p:blipFill>
        <p:spPr>
          <a:xfrm>
            <a:off x="6559653" y="1447322"/>
            <a:ext cx="2385295" cy="3917931"/>
          </a:xfrm>
          <a:prstGeom prst="rect">
            <a:avLst/>
          </a:prstGeom>
        </p:spPr>
      </p:pic>
      <p:grpSp>
        <p:nvGrpSpPr>
          <p:cNvPr id="6" name="Group 5" descr="Twitter">
            <a:extLst>
              <a:ext uri="{FF2B5EF4-FFF2-40B4-BE49-F238E27FC236}">
                <a16:creationId xmlns:a16="http://schemas.microsoft.com/office/drawing/2014/main" id="{3782CDD0-FC21-6A13-3B79-3A6CD49028D1}"/>
              </a:ext>
            </a:extLst>
          </p:cNvPr>
          <p:cNvGrpSpPr/>
          <p:nvPr/>
        </p:nvGrpSpPr>
        <p:grpSpPr>
          <a:xfrm>
            <a:off x="9732478" y="2485302"/>
            <a:ext cx="381241" cy="381214"/>
            <a:chOff x="9586564" y="2485302"/>
            <a:chExt cx="381241" cy="381214"/>
          </a:xfrm>
        </p:grpSpPr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852AB99D-BC9C-EE4E-8D5D-06C38E0ADE47}"/>
                </a:ext>
              </a:extLst>
            </p:cNvPr>
            <p:cNvSpPr/>
            <p:nvPr/>
          </p:nvSpPr>
          <p:spPr>
            <a:xfrm>
              <a:off x="9586564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6"/>
                  </a:lnTo>
                  <a:lnTo>
                    <a:pt x="223404" y="13300"/>
                  </a:lnTo>
                  <a:lnTo>
                    <a:pt x="181701" y="29196"/>
                  </a:lnTo>
                  <a:lnTo>
                    <a:pt x="143083" y="50609"/>
                  </a:lnTo>
                  <a:lnTo>
                    <a:pt x="108038" y="77051"/>
                  </a:lnTo>
                  <a:lnTo>
                    <a:pt x="77051" y="108038"/>
                  </a:lnTo>
                  <a:lnTo>
                    <a:pt x="50609" y="143083"/>
                  </a:lnTo>
                  <a:lnTo>
                    <a:pt x="29196" y="181701"/>
                  </a:lnTo>
                  <a:lnTo>
                    <a:pt x="13300" y="223404"/>
                  </a:lnTo>
                  <a:lnTo>
                    <a:pt x="3406" y="267708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8"/>
                  </a:lnTo>
                  <a:lnTo>
                    <a:pt x="614952" y="223404"/>
                  </a:lnTo>
                  <a:lnTo>
                    <a:pt x="599056" y="181701"/>
                  </a:lnTo>
                  <a:lnTo>
                    <a:pt x="577643" y="143083"/>
                  </a:lnTo>
                  <a:lnTo>
                    <a:pt x="551201" y="108038"/>
                  </a:lnTo>
                  <a:lnTo>
                    <a:pt x="520214" y="77051"/>
                  </a:lnTo>
                  <a:lnTo>
                    <a:pt x="485169" y="50609"/>
                  </a:lnTo>
                  <a:lnTo>
                    <a:pt x="446551" y="29196"/>
                  </a:lnTo>
                  <a:lnTo>
                    <a:pt x="404848" y="13300"/>
                  </a:lnTo>
                  <a:lnTo>
                    <a:pt x="360544" y="3406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7D66DFA3-7C56-A649-93A9-B92319F157C4}"/>
                </a:ext>
              </a:extLst>
            </p:cNvPr>
            <p:cNvSpPr/>
            <p:nvPr/>
          </p:nvSpPr>
          <p:spPr>
            <a:xfrm>
              <a:off x="9675569" y="2593308"/>
              <a:ext cx="211415" cy="172124"/>
            </a:xfrm>
            <a:custGeom>
              <a:avLst/>
              <a:gdLst/>
              <a:ahLst/>
              <a:cxnLst/>
              <a:rect l="l" t="t" r="r" b="b"/>
              <a:pathLst>
                <a:path w="348615" h="283845">
                  <a:moveTo>
                    <a:pt x="241343" y="0"/>
                  </a:moveTo>
                  <a:lnTo>
                    <a:pt x="209520" y="7429"/>
                  </a:lnTo>
                  <a:lnTo>
                    <a:pt x="185292" y="27130"/>
                  </a:lnTo>
                  <a:lnTo>
                    <a:pt x="171675" y="55217"/>
                  </a:lnTo>
                  <a:lnTo>
                    <a:pt x="171680" y="87808"/>
                  </a:lnTo>
                  <a:lnTo>
                    <a:pt x="128529" y="80964"/>
                  </a:lnTo>
                  <a:lnTo>
                    <a:pt x="88909" y="65562"/>
                  </a:lnTo>
                  <a:lnTo>
                    <a:pt x="53822" y="42602"/>
                  </a:lnTo>
                  <a:lnTo>
                    <a:pt x="24271" y="13088"/>
                  </a:lnTo>
                  <a:lnTo>
                    <a:pt x="15343" y="38577"/>
                  </a:lnTo>
                  <a:lnTo>
                    <a:pt x="16365" y="64907"/>
                  </a:lnTo>
                  <a:lnTo>
                    <a:pt x="26874" y="89201"/>
                  </a:lnTo>
                  <a:lnTo>
                    <a:pt x="46406" y="108583"/>
                  </a:lnTo>
                  <a:lnTo>
                    <a:pt x="37750" y="107777"/>
                  </a:lnTo>
                  <a:lnTo>
                    <a:pt x="29417" y="105970"/>
                  </a:lnTo>
                  <a:lnTo>
                    <a:pt x="21478" y="103229"/>
                  </a:lnTo>
                  <a:lnTo>
                    <a:pt x="13999" y="99620"/>
                  </a:lnTo>
                  <a:lnTo>
                    <a:pt x="17798" y="123728"/>
                  </a:lnTo>
                  <a:lnTo>
                    <a:pt x="29489" y="144974"/>
                  </a:lnTo>
                  <a:lnTo>
                    <a:pt x="47776" y="161304"/>
                  </a:lnTo>
                  <a:lnTo>
                    <a:pt x="71359" y="170664"/>
                  </a:lnTo>
                  <a:lnTo>
                    <a:pt x="63644" y="172309"/>
                  </a:lnTo>
                  <a:lnTo>
                    <a:pt x="55642" y="173102"/>
                  </a:lnTo>
                  <a:lnTo>
                    <a:pt x="47428" y="172979"/>
                  </a:lnTo>
                  <a:lnTo>
                    <a:pt x="39077" y="171879"/>
                  </a:lnTo>
                  <a:lnTo>
                    <a:pt x="48946" y="191551"/>
                  </a:lnTo>
                  <a:lnTo>
                    <a:pt x="64145" y="207157"/>
                  </a:lnTo>
                  <a:lnTo>
                    <a:pt x="83509" y="217542"/>
                  </a:lnTo>
                  <a:lnTo>
                    <a:pt x="105871" y="221553"/>
                  </a:lnTo>
                  <a:lnTo>
                    <a:pt x="81981" y="236754"/>
                  </a:lnTo>
                  <a:lnTo>
                    <a:pt x="55888" y="246878"/>
                  </a:lnTo>
                  <a:lnTo>
                    <a:pt x="28319" y="251743"/>
                  </a:lnTo>
                  <a:lnTo>
                    <a:pt x="0" y="251165"/>
                  </a:lnTo>
                  <a:lnTo>
                    <a:pt x="24798" y="264747"/>
                  </a:lnTo>
                  <a:lnTo>
                    <a:pt x="51532" y="274842"/>
                  </a:lnTo>
                  <a:lnTo>
                    <a:pt x="79907" y="281132"/>
                  </a:lnTo>
                  <a:lnTo>
                    <a:pt x="109630" y="283300"/>
                  </a:lnTo>
                  <a:lnTo>
                    <a:pt x="162936" y="276794"/>
                  </a:lnTo>
                  <a:lnTo>
                    <a:pt x="208787" y="258719"/>
                  </a:lnTo>
                  <a:lnTo>
                    <a:pt x="246804" y="231239"/>
                  </a:lnTo>
                  <a:lnTo>
                    <a:pt x="276606" y="196519"/>
                  </a:lnTo>
                  <a:lnTo>
                    <a:pt x="297811" y="156721"/>
                  </a:lnTo>
                  <a:lnTo>
                    <a:pt x="310040" y="114011"/>
                  </a:lnTo>
                  <a:lnTo>
                    <a:pt x="312911" y="70552"/>
                  </a:lnTo>
                  <a:lnTo>
                    <a:pt x="323031" y="62536"/>
                  </a:lnTo>
                  <a:lnTo>
                    <a:pt x="332395" y="53646"/>
                  </a:lnTo>
                  <a:lnTo>
                    <a:pt x="340938" y="43952"/>
                  </a:lnTo>
                  <a:lnTo>
                    <a:pt x="348596" y="33527"/>
                  </a:lnTo>
                  <a:lnTo>
                    <a:pt x="338796" y="37443"/>
                  </a:lnTo>
                  <a:lnTo>
                    <a:pt x="328666" y="40644"/>
                  </a:lnTo>
                  <a:lnTo>
                    <a:pt x="318232" y="43100"/>
                  </a:lnTo>
                  <a:lnTo>
                    <a:pt x="307519" y="44783"/>
                  </a:lnTo>
                  <a:lnTo>
                    <a:pt x="317910" y="37223"/>
                  </a:lnTo>
                  <a:lnTo>
                    <a:pt x="326775" y="27953"/>
                  </a:lnTo>
                  <a:lnTo>
                    <a:pt x="333873" y="17209"/>
                  </a:lnTo>
                  <a:lnTo>
                    <a:pt x="338963" y="5224"/>
                  </a:lnTo>
                  <a:lnTo>
                    <a:pt x="328326" y="10939"/>
                  </a:lnTo>
                  <a:lnTo>
                    <a:pt x="317180" y="15770"/>
                  </a:lnTo>
                  <a:lnTo>
                    <a:pt x="305572" y="19668"/>
                  </a:lnTo>
                  <a:lnTo>
                    <a:pt x="293551" y="22585"/>
                  </a:lnTo>
                  <a:lnTo>
                    <a:pt x="282783" y="13190"/>
                  </a:lnTo>
                  <a:lnTo>
                    <a:pt x="270270" y="6078"/>
                  </a:lnTo>
                  <a:lnTo>
                    <a:pt x="256346" y="1573"/>
                  </a:lnTo>
                  <a:lnTo>
                    <a:pt x="241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4" descr="Facebook">
            <a:extLst>
              <a:ext uri="{FF2B5EF4-FFF2-40B4-BE49-F238E27FC236}">
                <a16:creationId xmlns:a16="http://schemas.microsoft.com/office/drawing/2014/main" id="{19F97B20-7CB2-1218-C9FA-46C7F6AEAED7}"/>
              </a:ext>
            </a:extLst>
          </p:cNvPr>
          <p:cNvGrpSpPr/>
          <p:nvPr/>
        </p:nvGrpSpPr>
        <p:grpSpPr>
          <a:xfrm>
            <a:off x="10303978" y="2485302"/>
            <a:ext cx="381241" cy="381214"/>
            <a:chOff x="10158064" y="2485302"/>
            <a:chExt cx="381241" cy="381214"/>
          </a:xfrm>
        </p:grpSpPr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EDFB2FCC-166B-6748-86AB-0E8DCDD5D873}"/>
                </a:ext>
              </a:extLst>
            </p:cNvPr>
            <p:cNvSpPr/>
            <p:nvPr/>
          </p:nvSpPr>
          <p:spPr>
            <a:xfrm>
              <a:off x="10158064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5"/>
                  </a:lnTo>
                  <a:lnTo>
                    <a:pt x="223404" y="13299"/>
                  </a:lnTo>
                  <a:lnTo>
                    <a:pt x="181701" y="29194"/>
                  </a:lnTo>
                  <a:lnTo>
                    <a:pt x="143083" y="50606"/>
                  </a:lnTo>
                  <a:lnTo>
                    <a:pt x="108038" y="77048"/>
                  </a:lnTo>
                  <a:lnTo>
                    <a:pt x="77051" y="108034"/>
                  </a:lnTo>
                  <a:lnTo>
                    <a:pt x="50609" y="143079"/>
                  </a:lnTo>
                  <a:lnTo>
                    <a:pt x="29196" y="181696"/>
                  </a:lnTo>
                  <a:lnTo>
                    <a:pt x="13300" y="223400"/>
                  </a:lnTo>
                  <a:lnTo>
                    <a:pt x="3406" y="267706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6"/>
                  </a:lnTo>
                  <a:lnTo>
                    <a:pt x="614952" y="223400"/>
                  </a:lnTo>
                  <a:lnTo>
                    <a:pt x="599056" y="181696"/>
                  </a:lnTo>
                  <a:lnTo>
                    <a:pt x="577643" y="143079"/>
                  </a:lnTo>
                  <a:lnTo>
                    <a:pt x="551201" y="108034"/>
                  </a:lnTo>
                  <a:lnTo>
                    <a:pt x="520214" y="77048"/>
                  </a:lnTo>
                  <a:lnTo>
                    <a:pt x="485169" y="50606"/>
                  </a:lnTo>
                  <a:lnTo>
                    <a:pt x="446551" y="29194"/>
                  </a:lnTo>
                  <a:lnTo>
                    <a:pt x="404848" y="13299"/>
                  </a:lnTo>
                  <a:lnTo>
                    <a:pt x="360544" y="3405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5" name="object 32">
              <a:extLst>
                <a:ext uri="{FF2B5EF4-FFF2-40B4-BE49-F238E27FC236}">
                  <a16:creationId xmlns:a16="http://schemas.microsoft.com/office/drawing/2014/main" id="{7FDAD6BE-D844-FC4E-A12D-39158B0503F0}"/>
                </a:ext>
              </a:extLst>
            </p:cNvPr>
            <p:cNvSpPr/>
            <p:nvPr/>
          </p:nvSpPr>
          <p:spPr>
            <a:xfrm>
              <a:off x="10289753" y="2558530"/>
              <a:ext cx="108596" cy="234889"/>
            </a:xfrm>
            <a:custGeom>
              <a:avLst/>
              <a:gdLst/>
              <a:ahLst/>
              <a:cxnLst/>
              <a:rect l="l" t="t" r="r" b="b"/>
              <a:pathLst>
                <a:path w="179069" h="387350">
                  <a:moveTo>
                    <a:pt x="178507" y="0"/>
                  </a:moveTo>
                  <a:lnTo>
                    <a:pt x="124582" y="0"/>
                  </a:lnTo>
                  <a:lnTo>
                    <a:pt x="87000" y="4751"/>
                  </a:lnTo>
                  <a:lnTo>
                    <a:pt x="60817" y="18869"/>
                  </a:lnTo>
                  <a:lnTo>
                    <a:pt x="45499" y="42146"/>
                  </a:lnTo>
                  <a:lnTo>
                    <a:pt x="40511" y="74374"/>
                  </a:lnTo>
                  <a:lnTo>
                    <a:pt x="40511" y="126435"/>
                  </a:lnTo>
                  <a:lnTo>
                    <a:pt x="0" y="126435"/>
                  </a:lnTo>
                  <a:lnTo>
                    <a:pt x="0" y="192538"/>
                  </a:lnTo>
                  <a:lnTo>
                    <a:pt x="40511" y="192538"/>
                  </a:lnTo>
                  <a:lnTo>
                    <a:pt x="40511" y="386731"/>
                  </a:lnTo>
                  <a:lnTo>
                    <a:pt x="118383" y="386731"/>
                  </a:lnTo>
                  <a:lnTo>
                    <a:pt x="118383" y="191732"/>
                  </a:lnTo>
                  <a:lnTo>
                    <a:pt x="172706" y="191732"/>
                  </a:lnTo>
                  <a:lnTo>
                    <a:pt x="178507" y="126435"/>
                  </a:lnTo>
                  <a:lnTo>
                    <a:pt x="118383" y="126435"/>
                  </a:lnTo>
                  <a:lnTo>
                    <a:pt x="118383" y="89243"/>
                  </a:lnTo>
                  <a:lnTo>
                    <a:pt x="119098" y="79394"/>
                  </a:lnTo>
                  <a:lnTo>
                    <a:pt x="121788" y="72733"/>
                  </a:lnTo>
                  <a:lnTo>
                    <a:pt x="127267" y="68958"/>
                  </a:lnTo>
                  <a:lnTo>
                    <a:pt x="136351" y="67767"/>
                  </a:lnTo>
                  <a:lnTo>
                    <a:pt x="178507" y="67767"/>
                  </a:lnTo>
                  <a:lnTo>
                    <a:pt x="1785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2" descr="Instagram">
            <a:extLst>
              <a:ext uri="{FF2B5EF4-FFF2-40B4-BE49-F238E27FC236}">
                <a16:creationId xmlns:a16="http://schemas.microsoft.com/office/drawing/2014/main" id="{E25C7AC7-FFE5-0759-FE73-21D3EEEBD814}"/>
              </a:ext>
            </a:extLst>
          </p:cNvPr>
          <p:cNvGrpSpPr/>
          <p:nvPr/>
        </p:nvGrpSpPr>
        <p:grpSpPr>
          <a:xfrm>
            <a:off x="10871515" y="2485302"/>
            <a:ext cx="381241" cy="381214"/>
            <a:chOff x="10725601" y="2485302"/>
            <a:chExt cx="381241" cy="381214"/>
          </a:xfrm>
        </p:grpSpPr>
        <p:sp>
          <p:nvSpPr>
            <p:cNvPr id="37" name="object 34">
              <a:extLst>
                <a:ext uri="{FF2B5EF4-FFF2-40B4-BE49-F238E27FC236}">
                  <a16:creationId xmlns:a16="http://schemas.microsoft.com/office/drawing/2014/main" id="{5A1EF17E-6A9F-214C-872E-1E3C176ADFD3}"/>
                </a:ext>
              </a:extLst>
            </p:cNvPr>
            <p:cNvSpPr/>
            <p:nvPr/>
          </p:nvSpPr>
          <p:spPr>
            <a:xfrm>
              <a:off x="10725601" y="2485302"/>
              <a:ext cx="381241" cy="381214"/>
            </a:xfrm>
            <a:custGeom>
              <a:avLst/>
              <a:gdLst/>
              <a:ahLst/>
              <a:cxnLst/>
              <a:rect l="l" t="t" r="r" b="b"/>
              <a:pathLst>
                <a:path w="628650" h="628650">
                  <a:moveTo>
                    <a:pt x="314126" y="0"/>
                  </a:moveTo>
                  <a:lnTo>
                    <a:pt x="267708" y="3406"/>
                  </a:lnTo>
                  <a:lnTo>
                    <a:pt x="223404" y="13300"/>
                  </a:lnTo>
                  <a:lnTo>
                    <a:pt x="181701" y="29196"/>
                  </a:lnTo>
                  <a:lnTo>
                    <a:pt x="143083" y="50609"/>
                  </a:lnTo>
                  <a:lnTo>
                    <a:pt x="108038" y="77051"/>
                  </a:lnTo>
                  <a:lnTo>
                    <a:pt x="77051" y="108038"/>
                  </a:lnTo>
                  <a:lnTo>
                    <a:pt x="50609" y="143083"/>
                  </a:lnTo>
                  <a:lnTo>
                    <a:pt x="29196" y="181701"/>
                  </a:lnTo>
                  <a:lnTo>
                    <a:pt x="13300" y="223404"/>
                  </a:lnTo>
                  <a:lnTo>
                    <a:pt x="3406" y="267708"/>
                  </a:lnTo>
                  <a:lnTo>
                    <a:pt x="0" y="314126"/>
                  </a:lnTo>
                  <a:lnTo>
                    <a:pt x="3406" y="360544"/>
                  </a:lnTo>
                  <a:lnTo>
                    <a:pt x="13300" y="404848"/>
                  </a:lnTo>
                  <a:lnTo>
                    <a:pt x="29196" y="446551"/>
                  </a:lnTo>
                  <a:lnTo>
                    <a:pt x="50609" y="485169"/>
                  </a:lnTo>
                  <a:lnTo>
                    <a:pt x="77051" y="520214"/>
                  </a:lnTo>
                  <a:lnTo>
                    <a:pt x="108038" y="551201"/>
                  </a:lnTo>
                  <a:lnTo>
                    <a:pt x="143083" y="577643"/>
                  </a:lnTo>
                  <a:lnTo>
                    <a:pt x="181701" y="599056"/>
                  </a:lnTo>
                  <a:lnTo>
                    <a:pt x="223404" y="614952"/>
                  </a:lnTo>
                  <a:lnTo>
                    <a:pt x="267708" y="624847"/>
                  </a:lnTo>
                  <a:lnTo>
                    <a:pt x="314126" y="628253"/>
                  </a:lnTo>
                  <a:lnTo>
                    <a:pt x="360544" y="624847"/>
                  </a:lnTo>
                  <a:lnTo>
                    <a:pt x="404848" y="614952"/>
                  </a:lnTo>
                  <a:lnTo>
                    <a:pt x="446551" y="599056"/>
                  </a:lnTo>
                  <a:lnTo>
                    <a:pt x="485169" y="577643"/>
                  </a:lnTo>
                  <a:lnTo>
                    <a:pt x="520214" y="551201"/>
                  </a:lnTo>
                  <a:lnTo>
                    <a:pt x="551201" y="520214"/>
                  </a:lnTo>
                  <a:lnTo>
                    <a:pt x="577643" y="485169"/>
                  </a:lnTo>
                  <a:lnTo>
                    <a:pt x="599056" y="446551"/>
                  </a:lnTo>
                  <a:lnTo>
                    <a:pt x="614952" y="404848"/>
                  </a:lnTo>
                  <a:lnTo>
                    <a:pt x="624847" y="360544"/>
                  </a:lnTo>
                  <a:lnTo>
                    <a:pt x="628253" y="314126"/>
                  </a:lnTo>
                  <a:lnTo>
                    <a:pt x="624847" y="267708"/>
                  </a:lnTo>
                  <a:lnTo>
                    <a:pt x="614952" y="223404"/>
                  </a:lnTo>
                  <a:lnTo>
                    <a:pt x="599056" y="181701"/>
                  </a:lnTo>
                  <a:lnTo>
                    <a:pt x="577643" y="143083"/>
                  </a:lnTo>
                  <a:lnTo>
                    <a:pt x="551201" y="108038"/>
                  </a:lnTo>
                  <a:lnTo>
                    <a:pt x="520214" y="77051"/>
                  </a:lnTo>
                  <a:lnTo>
                    <a:pt x="485169" y="50609"/>
                  </a:lnTo>
                  <a:lnTo>
                    <a:pt x="446551" y="29196"/>
                  </a:lnTo>
                  <a:lnTo>
                    <a:pt x="404848" y="13300"/>
                  </a:lnTo>
                  <a:lnTo>
                    <a:pt x="360544" y="3406"/>
                  </a:lnTo>
                  <a:lnTo>
                    <a:pt x="314126" y="0"/>
                  </a:lnTo>
                  <a:close/>
                </a:path>
              </a:pathLst>
            </a:custGeom>
            <a:solidFill>
              <a:srgbClr val="FF6012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sp>
          <p:nvSpPr>
            <p:cNvPr id="38" name="object 35">
              <a:extLst>
                <a:ext uri="{FF2B5EF4-FFF2-40B4-BE49-F238E27FC236}">
                  <a16:creationId xmlns:a16="http://schemas.microsoft.com/office/drawing/2014/main" id="{FFD024CC-7C64-314D-9D18-A7F7C70EC310}"/>
                </a:ext>
              </a:extLst>
            </p:cNvPr>
            <p:cNvSpPr/>
            <p:nvPr/>
          </p:nvSpPr>
          <p:spPr>
            <a:xfrm>
              <a:off x="10808643" y="2568311"/>
              <a:ext cx="215266" cy="215251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194" y="0"/>
                  </a:moveTo>
                  <a:lnTo>
                    <a:pt x="129693" y="212"/>
                  </a:lnTo>
                  <a:lnTo>
                    <a:pt x="91025" y="2102"/>
                  </a:lnTo>
                  <a:lnTo>
                    <a:pt x="52657" y="13023"/>
                  </a:lnTo>
                  <a:lnTo>
                    <a:pt x="22968" y="37200"/>
                  </a:lnTo>
                  <a:lnTo>
                    <a:pt x="3818" y="79805"/>
                  </a:lnTo>
                  <a:lnTo>
                    <a:pt x="165" y="129743"/>
                  </a:lnTo>
                  <a:lnTo>
                    <a:pt x="0" y="148174"/>
                  </a:lnTo>
                  <a:lnTo>
                    <a:pt x="0" y="206307"/>
                  </a:lnTo>
                  <a:lnTo>
                    <a:pt x="1021" y="250316"/>
                  </a:lnTo>
                  <a:lnTo>
                    <a:pt x="9262" y="293341"/>
                  </a:lnTo>
                  <a:lnTo>
                    <a:pt x="37124" y="331448"/>
                  </a:lnTo>
                  <a:lnTo>
                    <a:pt x="79762" y="350617"/>
                  </a:lnTo>
                  <a:lnTo>
                    <a:pt x="129693" y="354273"/>
                  </a:lnTo>
                  <a:lnTo>
                    <a:pt x="177194" y="354481"/>
                  </a:lnTo>
                  <a:lnTo>
                    <a:pt x="224699" y="354273"/>
                  </a:lnTo>
                  <a:lnTo>
                    <a:pt x="263367" y="352380"/>
                  </a:lnTo>
                  <a:lnTo>
                    <a:pt x="301733" y="341460"/>
                  </a:lnTo>
                  <a:lnTo>
                    <a:pt x="326666" y="322545"/>
                  </a:lnTo>
                  <a:lnTo>
                    <a:pt x="177194" y="322545"/>
                  </a:lnTo>
                  <a:lnTo>
                    <a:pt x="130640" y="322350"/>
                  </a:lnTo>
                  <a:lnTo>
                    <a:pt x="84981" y="319079"/>
                  </a:lnTo>
                  <a:lnTo>
                    <a:pt x="46088" y="295949"/>
                  </a:lnTo>
                  <a:lnTo>
                    <a:pt x="32926" y="248861"/>
                  </a:lnTo>
                  <a:lnTo>
                    <a:pt x="31937" y="206307"/>
                  </a:lnTo>
                  <a:lnTo>
                    <a:pt x="31937" y="148174"/>
                  </a:lnTo>
                  <a:lnTo>
                    <a:pt x="32090" y="130691"/>
                  </a:lnTo>
                  <a:lnTo>
                    <a:pt x="35362" y="85024"/>
                  </a:lnTo>
                  <a:lnTo>
                    <a:pt x="58486" y="46124"/>
                  </a:lnTo>
                  <a:lnTo>
                    <a:pt x="105573" y="32962"/>
                  </a:lnTo>
                  <a:lnTo>
                    <a:pt x="326666" y="31936"/>
                  </a:lnTo>
                  <a:lnTo>
                    <a:pt x="324687" y="29747"/>
                  </a:lnTo>
                  <a:lnTo>
                    <a:pt x="284468" y="6295"/>
                  </a:lnTo>
                  <a:lnTo>
                    <a:pt x="237649" y="538"/>
                  </a:lnTo>
                  <a:lnTo>
                    <a:pt x="224699" y="212"/>
                  </a:lnTo>
                  <a:lnTo>
                    <a:pt x="177194" y="0"/>
                  </a:lnTo>
                  <a:close/>
                </a:path>
                <a:path w="354965" h="354965">
                  <a:moveTo>
                    <a:pt x="326666" y="31936"/>
                  </a:moveTo>
                  <a:lnTo>
                    <a:pt x="177194" y="31936"/>
                  </a:lnTo>
                  <a:lnTo>
                    <a:pt x="223748" y="32127"/>
                  </a:lnTo>
                  <a:lnTo>
                    <a:pt x="236399" y="32439"/>
                  </a:lnTo>
                  <a:lnTo>
                    <a:pt x="276380" y="37200"/>
                  </a:lnTo>
                  <a:lnTo>
                    <a:pt x="308310" y="58532"/>
                  </a:lnTo>
                  <a:lnTo>
                    <a:pt x="321462" y="105619"/>
                  </a:lnTo>
                  <a:lnTo>
                    <a:pt x="322453" y="148174"/>
                  </a:lnTo>
                  <a:lnTo>
                    <a:pt x="322453" y="206307"/>
                  </a:lnTo>
                  <a:lnTo>
                    <a:pt x="321462" y="248861"/>
                  </a:lnTo>
                  <a:lnTo>
                    <a:pt x="312153" y="290043"/>
                  </a:lnTo>
                  <a:lnTo>
                    <a:pt x="281725" y="315414"/>
                  </a:lnTo>
                  <a:lnTo>
                    <a:pt x="236401" y="322037"/>
                  </a:lnTo>
                  <a:lnTo>
                    <a:pt x="177194" y="322545"/>
                  </a:lnTo>
                  <a:lnTo>
                    <a:pt x="326666" y="322545"/>
                  </a:lnTo>
                  <a:lnTo>
                    <a:pt x="348148" y="284515"/>
                  </a:lnTo>
                  <a:lnTo>
                    <a:pt x="353896" y="237694"/>
                  </a:lnTo>
                  <a:lnTo>
                    <a:pt x="354389" y="206307"/>
                  </a:lnTo>
                  <a:lnTo>
                    <a:pt x="354389" y="148174"/>
                  </a:lnTo>
                  <a:lnTo>
                    <a:pt x="353367" y="104164"/>
                  </a:lnTo>
                  <a:lnTo>
                    <a:pt x="345137" y="61139"/>
                  </a:lnTo>
                  <a:lnTo>
                    <a:pt x="331401" y="37172"/>
                  </a:lnTo>
                  <a:lnTo>
                    <a:pt x="326666" y="319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>
                <a:latin typeface="Arial" panose="020B0604020202020204" pitchFamily="34" charset="0"/>
              </a:endParaRPr>
            </a:p>
          </p:txBody>
        </p:sp>
        <p:pic>
          <p:nvPicPr>
            <p:cNvPr id="39" name="object 36">
              <a:extLst>
                <a:ext uri="{FF2B5EF4-FFF2-40B4-BE49-F238E27FC236}">
                  <a16:creationId xmlns:a16="http://schemas.microsoft.com/office/drawing/2014/main" id="{CD5E6E16-C166-6448-9F90-7887551816D5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60907" y="2605517"/>
              <a:ext cx="125472" cy="125465"/>
            </a:xfrm>
            <a:prstGeom prst="rect">
              <a:avLst/>
            </a:prstGeom>
          </p:spPr>
        </p:pic>
      </p:grpSp>
      <p:pic>
        <p:nvPicPr>
          <p:cNvPr id="42" name="logo">
            <a:extLst>
              <a:ext uri="{FF2B5EF4-FFF2-40B4-BE49-F238E27FC236}">
                <a16:creationId xmlns:a16="http://schemas.microsoft.com/office/drawing/2014/main" id="{6C537DB6-EBDE-262B-B5F1-F913CC06C2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819698" y="5802749"/>
            <a:ext cx="3541241" cy="690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008AA8-9798-9988-F261-B93ACD05D5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16333" y="671688"/>
            <a:ext cx="808988" cy="694303"/>
          </a:xfrm>
          <a:prstGeom prst="rect">
            <a:avLst/>
          </a:prstGeom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FBE6D72-A1AF-7979-A977-9C0916B526DF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71289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cumentatio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F7FE78-3809-84B7-2D03-04DE4C9C4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73" y="331373"/>
            <a:ext cx="3258455" cy="774096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E2F7106C-074D-447B-B1C5-E0124F63FA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8673" y="1105469"/>
            <a:ext cx="3258455" cy="5204803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​"/>
              <a:defRPr sz="1200" baseline="0">
                <a:latin typeface="+mn-lt"/>
              </a:defRPr>
            </a:lvl1pPr>
            <a:lvl2pPr marL="228600" indent="-114300">
              <a:spcBef>
                <a:spcPts val="900"/>
              </a:spcBef>
              <a:defRPr sz="1100">
                <a:latin typeface="+mn-lt"/>
              </a:defRPr>
            </a:lvl2pPr>
            <a:lvl3pPr marL="514350" indent="-128588">
              <a:defRPr sz="1100">
                <a:latin typeface="+mn-lt"/>
              </a:defRPr>
            </a:lvl3pPr>
            <a:lvl4pPr marL="514350" indent="-128588">
              <a:defRPr sz="1100">
                <a:latin typeface="+mn-lt"/>
              </a:defRPr>
            </a:lvl4pPr>
            <a:lvl5pPr marL="514350" indent="-128588">
              <a:defRPr sz="1050">
                <a:latin typeface="+mn-lt"/>
              </a:defRPr>
            </a:lvl5pPr>
            <a:lvl6pPr marL="514350" indent="-128588">
              <a:defRPr sz="1100">
                <a:latin typeface="+mn-lt"/>
              </a:defRPr>
            </a:lvl6pPr>
            <a:lvl7pPr marL="514350" indent="-128588">
              <a:defRPr sz="1100">
                <a:latin typeface="+mn-lt"/>
              </a:defRPr>
            </a:lvl7pPr>
            <a:lvl8pPr marL="514350" indent="-128588">
              <a:defRPr sz="1100">
                <a:latin typeface="+mn-lt"/>
              </a:defRPr>
            </a:lvl8pPr>
            <a:lvl9pPr marL="514350" indent="-128588">
              <a:defRPr sz="1100">
                <a:latin typeface="+mn-lt"/>
              </a:defRPr>
            </a:lvl9pPr>
          </a:lstStyle>
          <a:p>
            <a:pPr lvl="0"/>
            <a:r>
              <a:t>Click to add text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DF01D0-060F-4783-819D-333BDC204D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89401" y="331374"/>
            <a:ext cx="7442958" cy="5978900"/>
          </a:xfrm>
          <a:prstGeom prst="rect">
            <a:avLst/>
          </a:prstGeom>
        </p:spPr>
        <p:txBody>
          <a:bodyPr vert="horz" tIns="0">
            <a:noAutofit/>
          </a:bodyPr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chemeClr val="accent5"/>
              </a:buClr>
              <a:buSzPct val="135000"/>
              <a:buFont typeface="Arial" panose="020B0604020202020204" pitchFamily="34" charset="0"/>
              <a:buChar char="​"/>
              <a:defRPr sz="2000">
                <a:latin typeface="+mn-lt"/>
              </a:defRPr>
            </a:lvl1pPr>
            <a:lvl2pPr marL="560070" indent="-2857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latin typeface="+mn-lt"/>
              </a:defRPr>
            </a:lvl2pPr>
            <a:lvl3pPr marL="843534" indent="-28575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3pPr>
            <a:lvl4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4pPr>
            <a:lvl5pPr marL="731520" indent="-173736">
              <a:lnSpc>
                <a:spcPct val="100000"/>
              </a:lnSpc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>
                <a:latin typeface="+mn-lt"/>
              </a:defRPr>
            </a:lvl5pPr>
            <a:lvl6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6pPr>
            <a:lvl7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7pPr>
            <a:lvl8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8pPr>
            <a:lvl9pPr marL="731520" indent="-173736">
              <a:lnSpc>
                <a:spcPct val="100000"/>
              </a:lnSpc>
              <a:buClr>
                <a:schemeClr val="accent2"/>
              </a:buClr>
              <a:buSzPct val="100000"/>
              <a:defRPr sz="1600">
                <a:latin typeface="+mn-lt"/>
              </a:defRPr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84546C-A8A6-AFCC-F7A0-EDBCA1CE1CE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8F3C27D-E045-ACB2-9C85-DDA86132C1AF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068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 Endpoi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C77F8-F727-D8AE-6403-8598D03C51BE}"/>
              </a:ext>
            </a:extLst>
          </p:cNvPr>
          <p:cNvSpPr txBox="1"/>
          <p:nvPr/>
        </p:nvSpPr>
        <p:spPr>
          <a:xfrm>
            <a:off x="773430" y="674400"/>
            <a:ext cx="106451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</a:rPr>
              <a:t>LAYOUTS AFTER THIS POINT ARE FROM ANOTHER TEMPLATE</a:t>
            </a:r>
            <a:endParaRPr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405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4F71-9366-888E-653C-58E01A6B4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F7298C-285B-4E16-5243-A54459AEF4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E4D0B-BE27-8AA0-38FA-E62666B352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91549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C14CC-6E9F-4F1E-C04B-069C850A8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60468-CAD3-EBA5-C185-6600225E1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CB0CD-9771-7317-816B-EF68A93E1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785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">
            <a:extLst>
              <a:ext uri="{FF2B5EF4-FFF2-40B4-BE49-F238E27FC236}">
                <a16:creationId xmlns:a16="http://schemas.microsoft.com/office/drawing/2014/main" id="{34839271-DE54-6410-1A6B-86FDCC64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43245" y="193"/>
            <a:ext cx="548755" cy="6857615"/>
          </a:xfrm>
          <a:custGeom>
            <a:avLst/>
            <a:gdLst/>
            <a:ahLst/>
            <a:cxnLst/>
            <a:rect l="l" t="t" r="r" b="b"/>
            <a:pathLst>
              <a:path w="904875" h="11308715">
                <a:moveTo>
                  <a:pt x="904349" y="0"/>
                </a:moveTo>
                <a:lnTo>
                  <a:pt x="0" y="0"/>
                </a:lnTo>
                <a:lnTo>
                  <a:pt x="0" y="11308556"/>
                </a:lnTo>
                <a:lnTo>
                  <a:pt x="904349" y="11308556"/>
                </a:lnTo>
                <a:lnTo>
                  <a:pt x="904349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/>
          <a:lstStyle/>
          <a:p>
            <a:endParaRPr sz="1092">
              <a:latin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C5022-0CD7-58D8-7163-FB6E51B7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049" y="398497"/>
            <a:ext cx="10091683" cy="5672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D310E-B10B-65D0-D881-C83358132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202" y="1306286"/>
            <a:ext cx="10091683" cy="48944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B9A4-EC02-8BC7-EC87-3EB57417D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7638" y="6386296"/>
            <a:ext cx="386020" cy="365125"/>
          </a:xfrm>
          <a:prstGeom prst="rect">
            <a:avLst/>
          </a:prstGeom>
        </p:spPr>
        <p:txBody>
          <a:bodyPr vert="horz" lIns="0" tIns="45720" rIns="91440" bIns="45720" rtlCol="0" anchor="t"/>
          <a:lstStyle>
            <a:lvl1pPr algn="r">
              <a:defRPr sz="850" b="1">
                <a:solidFill>
                  <a:schemeClr val="tx1"/>
                </a:solidFill>
              </a:defRPr>
            </a:lvl1pPr>
          </a:lstStyle>
          <a:p>
            <a:fld id="{65C994C4-C746-4440-9F18-BFA7E722A831}" type="slidenum">
              <a:rPr lang="en-SG" smtClean="0"/>
              <a:t>‹#›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6AE3B-056C-6697-995F-C8764DC3D532}"/>
              </a:ext>
            </a:extLst>
          </p:cNvPr>
          <p:cNvSpPr txBox="1">
            <a:spLocks/>
          </p:cNvSpPr>
          <p:nvPr/>
        </p:nvSpPr>
        <p:spPr>
          <a:xfrm>
            <a:off x="10049522" y="6386296"/>
            <a:ext cx="144706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8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GF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40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10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48056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68275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82675" indent="-168275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indent="-173736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09">
          <p15:clr>
            <a:srgbClr val="F26B43"/>
          </p15:clr>
        </p15:guide>
        <p15:guide id="4" pos="6890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 pos="520">
          <p15:clr>
            <a:srgbClr val="F26B43"/>
          </p15:clr>
        </p15:guide>
        <p15:guide id="7" orient="horz" pos="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8ADCB-3AA2-B131-4A86-45EB29857A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Automated Sensor Testing Prototype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F6C36-B499-8853-473B-6484753F41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/>
              <a:t>Implementation Plan &amp; Hardware Setup
Presenter: Tan Yi Rong</a:t>
            </a:r>
          </a:p>
        </p:txBody>
      </p:sp>
    </p:spTree>
    <p:extLst>
      <p:ext uri="{BB962C8B-B14F-4D97-AF65-F5344CB8AC3E}">
        <p14:creationId xmlns:p14="http://schemas.microsoft.com/office/powerpoint/2010/main" val="393268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C0AE-7191-B604-85CA-2A4C6CC70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Prototype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A769A-2AD1-0AB2-B873-20FA63BDA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2200"/>
              <a:t>â€¢ The Goal: Build a small-scale, fully functional physical prototype that perfectly mimics the Overhead Hoist Transport (OHT) sensor environment.
â€¢ Why We Need It: Before retrofitting 250 vehicles, we must validate the new magnetic connector logic and prove our centralized testing station concept works flawlessly.
â€¢ The Scope: Automate the physical 'Detect / No-Detect' environment to eliminate the need for an engineer to manually stand in front of the sensors.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784144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71403-F222-E88A-7F7A-D2402E41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Structural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13106-C4AF-9E19-136D-325E9F8F6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2200"/>
              <a:t>â€¢ The Base Structure: A rigid structure built using standard T-Slot Extruded Aluminum (e.g., 2020 or 3030 series) for maximum modularity and ease of adjustment.
â€¢ Sensor Mounting: All 4 OHT sensors will securely mount to the top beam of the aluminum frame, replicating their exact positions on a Mark 2 OHT chassis.
â€¢ Calibration: The frame allows slight Z-axis and X-axis adjustments to fine-tune the sensor angles before locking them down.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13362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6A11A-B7E7-1C00-82EF-55362255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Automated Obstacle Simulation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6836C-9830-1335-1824-2796E45CB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2200"/>
              <a:t>â€¢ The Physical Concept: Instead of an engineer manually blocking the sensors, a large sheet of acrylic serves as the artificial 'obstacle.'
â€¢ Distance Accuracy: The rig is calibrated to mimic an obstacle exactly 1.5 meters away from the mounted sensors.
â€¢ Automated Movement: The acrylic sheet is programmed to slide Left/Right and Up/Down, triggering the sensors sequentially to generate live data.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109035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D785D-77B2-29BB-F538-E401A82C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Required Hardware &amp; Motors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6E520-ACDB-6E02-13C6-50633CBEB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SG" sz="2200"/>
              <a:t>â€¢ Linear Motion: 2x Linear Guide Rails (with carriage blocks) ensure the acrylic sheet slides smoothly without vibration.
â€¢ Actuation (Motors): 2x NEMA 17 Stepper Motors (X-axis, Y-axis) provide precise, programmable control over the acrylic sheet.
â€¢ Drive System: GT2 Timing Belts and Pulleys connect to the stepper motors.
â€¢ The Target: 1x Matte or Tinted Acrylic Sheet (blocks sensors without reflecting stray light).</a:t>
            </a:r>
          </a:p>
        </p:txBody>
      </p:sp>
    </p:spTree>
    <p:extLst>
      <p:ext uri="{BB962C8B-B14F-4D97-AF65-F5344CB8AC3E}">
        <p14:creationId xmlns:p14="http://schemas.microsoft.com/office/powerpoint/2010/main" val="348142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F946-D17F-F89E-8A32-C525B0C24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Electrical &amp; Wiring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81987-9080-42CD-79D0-448D97626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2200"/>
              <a:t>â€¢ Motor Control: An Arduino Uno paired with a CNC Shield and A4988 Stepper Drivers executes the programmed movement.
â€¢ Sensor Wiring: The 4 sensors on the frame wire down into the proposed Centralized Relay Station.
â€¢ Magnetic Plug Test: The relay station routes through our prototype PCB Bridge Board, connecting to a sample OEM Magnetic 15-Pin Plug.</a:t>
            </a:r>
            <a:endParaRPr lang="en-SG" sz="2200"/>
          </a:p>
        </p:txBody>
      </p:sp>
    </p:spTree>
    <p:extLst>
      <p:ext uri="{BB962C8B-B14F-4D97-AF65-F5344CB8AC3E}">
        <p14:creationId xmlns:p14="http://schemas.microsoft.com/office/powerpoint/2010/main" val="288602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AEB6-9B6B-8E7F-D4A4-6A665314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Budget Justification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BD2EF-7408-9490-1D9D-6832DC256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SG" sz="2200"/>
              <a:t>â€¢ Items to Purchase: T-Slot Aluminum Extrusions, 2x NEMA 17 Motors + Rails, Arduino Kit, 4-Channel Relay Module, OEM Plug Samples, Acrylic Sheet.
â€¢ Justification: Procuring these low-cost Maker components (est. &lt;SGD 300) validates the centralized relay logic and magnetic plug alignment.
â€¢ ROI: This minimal upfront cost unlocks our SGD ~42k fleet retrofit strategy, definitively proving a &gt;SGD 100k cobot is entirely unnecessary.</a:t>
            </a:r>
          </a:p>
        </p:txBody>
      </p:sp>
    </p:spTree>
    <p:extLst>
      <p:ext uri="{BB962C8B-B14F-4D97-AF65-F5344CB8AC3E}">
        <p14:creationId xmlns:p14="http://schemas.microsoft.com/office/powerpoint/2010/main" val="637696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D292-3624-886E-F29E-188271D3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 System Integration (The Loop)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217C5-8A69-5857-DB0D-C19AFFA41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/>
              <a:t>â€¢ The DIY Coordinate Robot: I will construct a low-cost Cartesian robot arm. Because the magnetic plug is self-aligning, this DIY arm only needs 'blind' coordinate movement to plug in and out - no camera vision required!
â€¢ The Seamless Loop:
  1. The DIY arm snaps the magnetic plug into the testing port.
  2. C# PM Simulator commands the acrylic sheet to simulate an obstacle.
  3. Simulator successfully detects the obstacle; Central Relay instantly switches power to the next sensor.
  4. Acrylic sheet shifts to the new sensor, entirely automating the manual PM test!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59859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GF 2025">
  <a:themeElements>
    <a:clrScheme name="Custom 4">
      <a:dk1>
        <a:srgbClr val="000000"/>
      </a:dk1>
      <a:lt1>
        <a:srgbClr val="FFFFFF"/>
      </a:lt1>
      <a:dk2>
        <a:srgbClr val="F2F2F2"/>
      </a:dk2>
      <a:lt2>
        <a:srgbClr val="43007A"/>
      </a:lt2>
      <a:accent1>
        <a:srgbClr val="FF6012"/>
      </a:accent1>
      <a:accent2>
        <a:srgbClr val="43007A"/>
      </a:accent2>
      <a:accent3>
        <a:srgbClr val="456DE6"/>
      </a:accent3>
      <a:accent4>
        <a:srgbClr val="47CCC4"/>
      </a:accent4>
      <a:accent5>
        <a:srgbClr val="B3430D"/>
      </a:accent5>
      <a:accent6>
        <a:srgbClr val="FFDC34"/>
      </a:accent6>
      <a:hlink>
        <a:srgbClr val="FF6012"/>
      </a:hlink>
      <a:folHlink>
        <a:srgbClr val="FF601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7F7F7F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GF Blue">
      <a:srgbClr val="456DE6"/>
    </a:custClr>
    <a:custClr name="GF Teal">
      <a:srgbClr val="47CCC4"/>
    </a:custClr>
    <a:custClr name="GF Violet">
      <a:srgbClr val="762CB3"/>
    </a:custClr>
    <a:custClr name="GF Clay">
      <a:srgbClr val="B3430D"/>
    </a:custClr>
    <a:custClr name="GF Mustard">
      <a:srgbClr val="E6BE00"/>
    </a:custClr>
    <a:custClr name="GF Lavendar">
      <a:srgbClr val="B777ED"/>
    </a:custClr>
    <a:custClr name="GF Tangerine">
      <a:srgbClr val="FFA980"/>
    </a:custClr>
    <a:custClr name="GF Sunshine">
      <a:srgbClr val="FFE980"/>
    </a:custClr>
    <a:custClr name="GF Status Red">
      <a:srgbClr val="D9203F"/>
    </a:custClr>
    <a:custClr name="GF Status Green">
      <a:srgbClr val="008161"/>
    </a:custClr>
    <a:custClr name="GF Light Gray">
      <a:srgbClr val="F2F2F2"/>
    </a:custClr>
    <a:custClr name="GF Medium Gray">
      <a:srgbClr val="D9D9D9"/>
    </a:custClr>
    <a:custClr name="GF Dark Gray">
      <a:srgbClr val="BFBFBF"/>
    </a:custClr>
    <a:custClr name="GF Darkest Gray">
      <a:srgbClr val="7F7F7F"/>
    </a:custClr>
  </a:custClrLst>
  <a:extLst>
    <a:ext uri="{05A4C25C-085E-4340-85A3-A5531E510DB2}">
      <thm15:themeFamily xmlns:thm15="http://schemas.microsoft.com/office/thememl/2012/main" name="GF_Light_1.1.25_public" id="{82A7FFE8-0E68-4231-9FF8-2689FB9642B7}" vid="{90FC509B-C899-4B56-8E57-56339934946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YiRong_U2320967K_PA_Slides</Template>
  <TotalTime>0</TotalTime>
  <Words>695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Wingdings</vt:lpstr>
      <vt:lpstr>GF 2025</vt:lpstr>
      <vt:lpstr>Automated Sensor Testing Prototype</vt:lpstr>
      <vt:lpstr>Prototype Objective</vt:lpstr>
      <vt:lpstr>Structural Architecture</vt:lpstr>
      <vt:lpstr>Automated Obstacle Simulation</vt:lpstr>
      <vt:lpstr>Required Hardware &amp; Motors</vt:lpstr>
      <vt:lpstr>Electrical &amp; Wiring Architecture</vt:lpstr>
      <vt:lpstr>Budget Justification</vt:lpstr>
      <vt:lpstr>Full System Integration (The Loop)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#TAN YI RONG#</dc:creator>
  <cp:lastModifiedBy>#TAN YI RONG#</cp:lastModifiedBy>
  <cp:revision>1</cp:revision>
  <dcterms:created xsi:type="dcterms:W3CDTF">2026-07-09T02:56:55Z</dcterms:created>
  <dcterms:modified xsi:type="dcterms:W3CDTF">2026-07-09T02:56:55Z</dcterms:modified>
</cp:coreProperties>
</file>