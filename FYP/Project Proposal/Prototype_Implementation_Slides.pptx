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7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28.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e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E8176481-8A68-9260-4F78-0F4928A29BD9}"/>
              </a:ext>
            </a:extLst>
          </p:cNvPr>
          <p:cNvSpPr/>
          <p:nvPr>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9" name="Picture Placeholder 17">
            <a:extLst>
              <a:ext uri="{FF2B5EF4-FFF2-40B4-BE49-F238E27FC236}">
                <a16:creationId xmlns:a16="http://schemas.microsoft.com/office/drawing/2014/main" id="{18F8322D-F6D0-FD48-8ECA-70197A18213F}"/>
              </a:ext>
            </a:extLst>
          </p:cNvPr>
          <p:cNvSpPr>
            <a:spLocks noGrp="1"/>
          </p:cNvSpPr>
          <p:nvPr>
            <p:ph type="pic" sz="quarter" idx="12"/>
          </p:nvPr>
        </p:nvSpPr>
        <p:spPr>
          <a:xfrm>
            <a:off x="2075645" y="0"/>
            <a:ext cx="10128679" cy="6858000"/>
          </a:xfrm>
          <a:prstGeom prst="rect">
            <a:avLst/>
          </a:prstGeom>
          <a:solidFill>
            <a:schemeClr val="bg1">
              <a:lumMod val="85000"/>
            </a:schemeClr>
          </a:solidFill>
        </p:spPr>
        <p:txBody>
          <a:bodyPr bIns="1097280" anchor="ctr" anchorCtr="0">
            <a:noAutofit/>
          </a:bodyPr>
          <a:lstStyle>
            <a:lvl1pPr marL="0" indent="0" algn="ctr">
              <a:buNone/>
              <a:defRPr sz="1940">
                <a:solidFill>
                  <a:schemeClr val="tx1"/>
                </a:solidFill>
              </a:defRPr>
            </a:lvl1pPr>
          </a:lstStyle>
          <a:p>
            <a:r>
              <a:rPr lang="en-US"/>
              <a:t>Click icon to add picture</a:t>
            </a:r>
            <a:endParaRPr dirty="0"/>
          </a:p>
        </p:txBody>
      </p:sp>
      <p:pic>
        <p:nvPicPr>
          <p:cNvPr id="12" name="Logo">
            <a:extLst>
              <a:ext uri="{FF2B5EF4-FFF2-40B4-BE49-F238E27FC236}">
                <a16:creationId xmlns:a16="http://schemas.microsoft.com/office/drawing/2014/main" id="{0C5184DE-EEB1-F33A-355F-C6D0A778DAB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432660" y="937716"/>
            <a:ext cx="4796060" cy="932398"/>
          </a:xfrm>
          <a:prstGeom prst="rect">
            <a:avLst/>
          </a:prstGeom>
        </p:spPr>
      </p:pic>
      <p:sp>
        <p:nvSpPr>
          <p:cNvPr id="10" name="Text Placeholder Ttle">
            <a:extLst>
              <a:ext uri="{FF2B5EF4-FFF2-40B4-BE49-F238E27FC236}">
                <a16:creationId xmlns:a16="http://schemas.microsoft.com/office/drawing/2014/main" id="{1D014202-442C-6C41-9DD1-D92C2019E40E}"/>
              </a:ext>
            </a:extLst>
          </p:cNvPr>
          <p:cNvSpPr>
            <a:spLocks noGrp="1"/>
          </p:cNvSpPr>
          <p:nvPr>
            <p:ph type="body" sz="quarter" idx="10"/>
          </p:nvPr>
        </p:nvSpPr>
        <p:spPr>
          <a:xfrm>
            <a:off x="2593690" y="3612333"/>
            <a:ext cx="7190049" cy="817737"/>
          </a:xfrm>
          <a:prstGeom prst="rect">
            <a:avLst/>
          </a:prstGeom>
        </p:spPr>
        <p:txBody>
          <a:bodyPr anchor="b" anchorCtr="0">
            <a:noAutofit/>
          </a:bodyPr>
          <a:lstStyle>
            <a:lvl1pPr marL="0" indent="0">
              <a:lnSpc>
                <a:spcPct val="100000"/>
              </a:lnSpc>
              <a:spcBef>
                <a:spcPts val="0"/>
              </a:spcBef>
              <a:spcAft>
                <a:spcPts val="0"/>
              </a:spcAft>
              <a:buNone/>
              <a:defRPr sz="4000" b="0" i="0" baseline="0">
                <a:solidFill>
                  <a:schemeClr val="bg1"/>
                </a:solidFill>
                <a:latin typeface="+mj-lt"/>
              </a:defRPr>
            </a:lvl1pPr>
          </a:lstStyle>
          <a:p>
            <a:pPr lvl="0"/>
            <a:r>
              <a:rPr lang="en-US"/>
              <a:t>Click to edit Master text styles</a:t>
            </a:r>
          </a:p>
        </p:txBody>
      </p:sp>
      <p:sp>
        <p:nvSpPr>
          <p:cNvPr id="11" name="Text Placeholder Date">
            <a:extLst>
              <a:ext uri="{FF2B5EF4-FFF2-40B4-BE49-F238E27FC236}">
                <a16:creationId xmlns:a16="http://schemas.microsoft.com/office/drawing/2014/main" id="{99A11649-992A-9041-8A59-3BC29D989A10}"/>
              </a:ext>
            </a:extLst>
          </p:cNvPr>
          <p:cNvSpPr>
            <a:spLocks noGrp="1"/>
          </p:cNvSpPr>
          <p:nvPr>
            <p:ph type="body" sz="quarter" idx="11" hasCustomPrompt="1"/>
          </p:nvPr>
        </p:nvSpPr>
        <p:spPr>
          <a:xfrm>
            <a:off x="2593885" y="4769026"/>
            <a:ext cx="7189810" cy="503917"/>
          </a:xfrm>
          <a:prstGeom prst="rect">
            <a:avLst/>
          </a:prstGeom>
        </p:spPr>
        <p:txBody>
          <a:bodyPr anchor="t" anchorCtr="0">
            <a:noAutofit/>
          </a:bodyPr>
          <a:lstStyle>
            <a:lvl1pPr marL="0" indent="0">
              <a:lnSpc>
                <a:spcPct val="100000"/>
              </a:lnSpc>
              <a:spcBef>
                <a:spcPts val="0"/>
              </a:spcBef>
              <a:buFont typeface="Arial" panose="020B0604020202020204" pitchFamily="34" charset="0"/>
              <a:buNone/>
              <a:defRPr sz="2400" baseline="0">
                <a:solidFill>
                  <a:schemeClr val="bg1"/>
                </a:solidFill>
                <a:latin typeface="+mn-lt"/>
              </a:defRPr>
            </a:lvl1pPr>
            <a:lvl2pPr marL="0" indent="0">
              <a:lnSpc>
                <a:spcPct val="100000"/>
              </a:lnSpc>
              <a:spcBef>
                <a:spcPts val="0"/>
              </a:spcBef>
              <a:buNone/>
              <a:defRPr sz="2400">
                <a:solidFill>
                  <a:schemeClr val="bg1"/>
                </a:solidFill>
                <a:latin typeface="Arial" panose="020B0604020202020204" pitchFamily="34" charset="0"/>
              </a:defRPr>
            </a:lvl2pPr>
            <a:lvl3pPr marL="0" indent="0">
              <a:lnSpc>
                <a:spcPct val="100000"/>
              </a:lnSpc>
              <a:spcBef>
                <a:spcPts val="0"/>
              </a:spcBef>
              <a:buNone/>
              <a:defRPr sz="2400">
                <a:solidFill>
                  <a:schemeClr val="bg1"/>
                </a:solidFill>
              </a:defRPr>
            </a:lvl3pPr>
            <a:lvl4pPr marL="0" indent="0">
              <a:lnSpc>
                <a:spcPct val="100000"/>
              </a:lnSpc>
              <a:spcBef>
                <a:spcPts val="0"/>
              </a:spcBef>
              <a:buNone/>
              <a:defRPr sz="2400">
                <a:solidFill>
                  <a:schemeClr val="bg1"/>
                </a:solidFill>
              </a:defRPr>
            </a:lvl4pPr>
            <a:lvl5pPr marL="0" indent="0">
              <a:lnSpc>
                <a:spcPct val="100000"/>
              </a:lnSpc>
              <a:spcBef>
                <a:spcPts val="0"/>
              </a:spcBef>
              <a:buNone/>
              <a:defRPr sz="2400">
                <a:solidFill>
                  <a:schemeClr val="bg1"/>
                </a:solidFill>
              </a:defRPr>
            </a:lvl5pPr>
            <a:lvl6pPr marL="0" indent="0">
              <a:lnSpc>
                <a:spcPct val="100000"/>
              </a:lnSpc>
              <a:spcBef>
                <a:spcPts val="0"/>
              </a:spcBef>
              <a:buNone/>
              <a:defRPr sz="2400">
                <a:solidFill>
                  <a:schemeClr val="bg1"/>
                </a:solidFill>
              </a:defRPr>
            </a:lvl6pPr>
            <a:lvl7pPr marL="0" indent="0">
              <a:lnSpc>
                <a:spcPct val="100000"/>
              </a:lnSpc>
              <a:spcBef>
                <a:spcPts val="0"/>
              </a:spcBef>
              <a:buNone/>
              <a:defRPr sz="2400">
                <a:solidFill>
                  <a:schemeClr val="bg1"/>
                </a:solidFill>
              </a:defRPr>
            </a:lvl7pPr>
            <a:lvl8pPr marL="0" indent="0">
              <a:lnSpc>
                <a:spcPct val="100000"/>
              </a:lnSpc>
              <a:spcBef>
                <a:spcPts val="0"/>
              </a:spcBef>
              <a:buNone/>
              <a:defRPr sz="2400">
                <a:solidFill>
                  <a:schemeClr val="bg1"/>
                </a:solidFill>
              </a:defRPr>
            </a:lvl8pPr>
            <a:lvl9pPr marL="0" indent="0">
              <a:lnSpc>
                <a:spcPct val="100000"/>
              </a:lnSpc>
              <a:spcBef>
                <a:spcPts val="0"/>
              </a:spcBef>
              <a:buNone/>
              <a:defRPr sz="2400">
                <a:solidFill>
                  <a:schemeClr val="bg1"/>
                </a:solidFill>
              </a:defRPr>
            </a:lvl9pPr>
          </a:lstStyle>
          <a:p>
            <a:pPr lvl="0"/>
            <a:r>
              <a:t>Month, Day, Year</a:t>
            </a:r>
          </a:p>
        </p:txBody>
      </p:sp>
    </p:spTree>
    <p:extLst>
      <p:ext uri="{BB962C8B-B14F-4D97-AF65-F5344CB8AC3E}">
        <p14:creationId xmlns:p14="http://schemas.microsoft.com/office/powerpoint/2010/main" val="498798817"/>
      </p:ext>
    </p:extLst>
  </p:cSld>
  <p:clrMapOvr>
    <a:masterClrMapping/>
  </p:clrMapOvr>
  <p:extLst>
    <p:ext uri="{DCECCB84-F9BA-43D5-87BE-67443E8EF086}">
      <p15:sldGuideLst xmlns:p15="http://schemas.microsoft.com/office/powerpoint/2012/main">
        <p15:guide id="2" pos="1628">
          <p15:clr>
            <a:srgbClr val="FBAE40"/>
          </p15:clr>
        </p15:guide>
        <p15:guide id="3" pos="130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9" name="Do not remove" hidden="1">
            <a:extLst>
              <a:ext uri="{FF2B5EF4-FFF2-40B4-BE49-F238E27FC236}">
                <a16:creationId xmlns:a16="http://schemas.microsoft.com/office/drawing/2014/main" id="{98C07C73-8A48-0FF1-12F6-417487F8F853}"/>
              </a:ext>
            </a:extLst>
          </p:cNvPr>
          <p:cNvSpPr/>
          <p:nvPr>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8" name="graphic">
            <a:extLst>
              <a:ext uri="{FF2B5EF4-FFF2-40B4-BE49-F238E27FC236}">
                <a16:creationId xmlns:a16="http://schemas.microsoft.com/office/drawing/2014/main" id="{8BB247A8-0EF4-D349-B0F5-9A51C4CE7D8D}"/>
              </a:ext>
              <a:ext uri="{C183D7F6-B498-43B3-948B-1728B52AA6E4}">
                <adec:decorative xmlns:adec="http://schemas.microsoft.com/office/drawing/2017/decorative" val="1"/>
              </a:ext>
            </a:extLst>
          </p:cNvPr>
          <p:cNvSpPr/>
          <p:nvPr/>
        </p:nvSpPr>
        <p:spPr>
          <a:xfrm>
            <a:off x="0" y="2"/>
            <a:ext cx="6097155" cy="6857998"/>
          </a:xfrm>
          <a:custGeom>
            <a:avLst/>
            <a:gdLst/>
            <a:ahLst/>
            <a:cxnLst/>
            <a:rect l="l" t="t" r="r" b="b"/>
            <a:pathLst>
              <a:path w="10053955" h="11308715">
                <a:moveTo>
                  <a:pt x="10053494" y="0"/>
                </a:moveTo>
                <a:lnTo>
                  <a:pt x="0" y="0"/>
                </a:lnTo>
                <a:lnTo>
                  <a:pt x="0" y="11308556"/>
                </a:lnTo>
                <a:lnTo>
                  <a:pt x="10053494" y="11308556"/>
                </a:lnTo>
                <a:lnTo>
                  <a:pt x="10053494" y="0"/>
                </a:lnTo>
                <a:close/>
              </a:path>
            </a:pathLst>
          </a:custGeom>
          <a:solidFill>
            <a:schemeClr val="accent6"/>
          </a:solidFill>
        </p:spPr>
        <p:txBody>
          <a:bodyPr wrap="square" lIns="0" tIns="0" rIns="0" bIns="0" rtlCol="0">
            <a:normAutofit/>
          </a:bodyPr>
          <a:lstStyle/>
          <a:p>
            <a:endParaRPr sz="1800">
              <a:latin typeface="Arial" panose="020B0604020202020204" pitchFamily="34" charset="0"/>
            </a:endParaRPr>
          </a:p>
        </p:txBody>
      </p:sp>
      <p:sp>
        <p:nvSpPr>
          <p:cNvPr id="3" name="Text Placeholder 2">
            <a:extLst>
              <a:ext uri="{FF2B5EF4-FFF2-40B4-BE49-F238E27FC236}">
                <a16:creationId xmlns:a16="http://schemas.microsoft.com/office/drawing/2014/main" id="{FCF3393F-0F79-C34E-865C-16F486573141}"/>
              </a:ext>
            </a:extLst>
          </p:cNvPr>
          <p:cNvSpPr>
            <a:spLocks noGrp="1"/>
          </p:cNvSpPr>
          <p:nvPr>
            <p:ph type="body" sz="quarter" idx="15" hasCustomPrompt="1"/>
          </p:nvPr>
        </p:nvSpPr>
        <p:spPr>
          <a:xfrm>
            <a:off x="1382480" y="1587040"/>
            <a:ext cx="3327192" cy="3711310"/>
          </a:xfrm>
          <a:prstGeom prst="rect">
            <a:avLst/>
          </a:prstGeom>
        </p:spPr>
        <p:txBody>
          <a:bodyPr lIns="0" tIns="0" rIns="0" bIns="0">
            <a:noAutofit/>
          </a:bodyPr>
          <a:lstStyle>
            <a:lvl1pPr marL="0" indent="0">
              <a:lnSpc>
                <a:spcPct val="100000"/>
              </a:lnSpc>
              <a:spcBef>
                <a:spcPts val="0"/>
              </a:spcBef>
              <a:buNone/>
              <a:defRPr sz="3600" baseline="0">
                <a:solidFill>
                  <a:schemeClr val="bg2"/>
                </a:solidFill>
                <a:latin typeface="+mj-lt"/>
              </a:defRPr>
            </a:lvl1pPr>
          </a:lstStyle>
          <a:p>
            <a:pPr lvl="0"/>
            <a:r>
              <a:t>Click to edit master text styles</a:t>
            </a:r>
          </a:p>
        </p:txBody>
      </p:sp>
      <p:sp>
        <p:nvSpPr>
          <p:cNvPr id="23" name="Text Placeholder 22">
            <a:extLst>
              <a:ext uri="{FF2B5EF4-FFF2-40B4-BE49-F238E27FC236}">
                <a16:creationId xmlns:a16="http://schemas.microsoft.com/office/drawing/2014/main" id="{41DC7188-A6E8-284F-869C-2F3D66E4C6F1}"/>
              </a:ext>
            </a:extLst>
          </p:cNvPr>
          <p:cNvSpPr>
            <a:spLocks noGrp="1"/>
          </p:cNvSpPr>
          <p:nvPr>
            <p:ph type="body" sz="quarter" idx="13" hasCustomPrompt="1"/>
          </p:nvPr>
        </p:nvSpPr>
        <p:spPr>
          <a:xfrm>
            <a:off x="7343696" y="1610233"/>
            <a:ext cx="4114800" cy="3872581"/>
          </a:xfrm>
          <a:prstGeom prst="rect">
            <a:avLst/>
          </a:prstGeom>
        </p:spPr>
        <p:txBody>
          <a:bodyPr lIns="0" tIns="0" bIns="0">
            <a:noAutofit/>
          </a:bodyPr>
          <a:lstStyle>
            <a:lvl1pPr marL="402336" indent="-402336">
              <a:lnSpc>
                <a:spcPct val="100000"/>
              </a:lnSpc>
              <a:spcBef>
                <a:spcPts val="2400"/>
              </a:spcBef>
              <a:buClrTx/>
              <a:buFont typeface="+mj-lt"/>
              <a:buAutoNum type="arabicPeriod"/>
              <a:defRPr sz="2000" b="1" i="0" spc="0" baseline="0">
                <a:solidFill>
                  <a:schemeClr val="bg2"/>
                </a:solidFill>
                <a:latin typeface="Arial" panose="020B0604020202020204" pitchFamily="34" charset="0"/>
              </a:defRPr>
            </a:lvl1pPr>
            <a:lvl2pPr marL="277274" indent="0">
              <a:buClr>
                <a:schemeClr val="tx1"/>
              </a:buClr>
              <a:buFont typeface="+mj-lt"/>
              <a:buNone/>
              <a:defRPr sz="2153" b="1" i="0" spc="0" baseline="0">
                <a:solidFill>
                  <a:schemeClr val="tx1"/>
                </a:solidFill>
                <a:latin typeface="Arial" panose="020B0604020202020204" pitchFamily="34" charset="0"/>
              </a:defRPr>
            </a:lvl2pPr>
            <a:lvl3pPr marL="762503" indent="-207955">
              <a:buClr>
                <a:schemeClr val="tx1"/>
              </a:buClr>
              <a:buFont typeface="+mj-lt"/>
              <a:buAutoNum type="arabicPeriod"/>
              <a:defRPr sz="2153" b="1" i="0" spc="0" baseline="0">
                <a:solidFill>
                  <a:schemeClr val="tx1"/>
                </a:solidFill>
                <a:latin typeface="Arial" panose="020B0604020202020204" pitchFamily="34" charset="0"/>
              </a:defRPr>
            </a:lvl3pPr>
            <a:lvl4pPr marL="1039776" indent="-207955">
              <a:buClr>
                <a:schemeClr val="tx1"/>
              </a:buClr>
              <a:buFont typeface="+mj-lt"/>
              <a:buAutoNum type="arabicPeriod"/>
              <a:defRPr sz="2153" b="1" i="0" spc="0" baseline="0">
                <a:solidFill>
                  <a:schemeClr val="tx1"/>
                </a:solidFill>
                <a:latin typeface="Arial" panose="020B0604020202020204" pitchFamily="34" charset="0"/>
              </a:defRPr>
            </a:lvl4pPr>
            <a:lvl5pPr marL="1317050" indent="-207955">
              <a:buClr>
                <a:schemeClr val="tx1"/>
              </a:buClr>
              <a:buFont typeface="+mj-lt"/>
              <a:buAutoNum type="arabicPeriod"/>
              <a:defRPr sz="2153" b="1" i="0" spc="0" baseline="0">
                <a:solidFill>
                  <a:schemeClr val="tx1"/>
                </a:solidFill>
                <a:latin typeface="Arial" panose="020B0604020202020204" pitchFamily="34" charset="0"/>
              </a:defRPr>
            </a:lvl5pPr>
          </a:lstStyle>
          <a:p>
            <a:pPr marL="402336" marR="0" lvl="0" indent="-402336" algn="l" defTabSz="914400" rtl="0" eaLnBrk="1" fontAlgn="auto" latinLnBrk="0" hangingPunct="1">
              <a:lnSpc>
                <a:spcPct val="100000"/>
              </a:lnSpc>
              <a:spcBef>
                <a:spcPts val="2400"/>
              </a:spcBef>
              <a:spcAft>
                <a:spcPts val="0"/>
              </a:spcAft>
              <a:buClr>
                <a:schemeClr val="bg2"/>
              </a:buClr>
              <a:buSzTx/>
              <a:buFont typeface="+mj-lt"/>
              <a:buAutoNum type="arabicPeriod"/>
              <a:tabLst/>
              <a:defRPr/>
            </a:pPr>
            <a:r>
              <a:t>Active topic is purple; change inactive topics to gray (last color chip below white, darker 50% RGB: 127 | 127 | 127)</a:t>
            </a:r>
          </a:p>
          <a:p>
            <a:pPr lvl="0"/>
            <a:r>
              <a:t>Consectetuer adipiscing</a:t>
            </a:r>
          </a:p>
          <a:p>
            <a:pPr lvl="0"/>
            <a:r>
              <a:t>Dolore magna</a:t>
            </a:r>
          </a:p>
          <a:p>
            <a:pPr lvl="0"/>
            <a:r>
              <a:t>Quis nostrud</a:t>
            </a:r>
          </a:p>
          <a:p>
            <a:pPr lvl="0"/>
            <a:r>
              <a:t>Duis autem vel iruire</a:t>
            </a:r>
          </a:p>
          <a:p>
            <a:pPr lvl="0"/>
            <a:r>
              <a:t>Lorem ipsum</a:t>
            </a:r>
          </a:p>
        </p:txBody>
      </p:sp>
      <p:sp>
        <p:nvSpPr>
          <p:cNvPr id="10" name="graphic">
            <a:extLst>
              <a:ext uri="{FF2B5EF4-FFF2-40B4-BE49-F238E27FC236}">
                <a16:creationId xmlns:a16="http://schemas.microsoft.com/office/drawing/2014/main" id="{5D59CE9D-BC4D-314F-2336-34A36E67FBE2}"/>
              </a:ext>
              <a:ext uri="{C183D7F6-B498-43B3-948B-1728B52AA6E4}">
                <adec:decorative xmlns:adec="http://schemas.microsoft.com/office/drawing/2017/decorative" val="1"/>
              </a:ext>
            </a:extLst>
          </p:cNvPr>
          <p:cNvSpPr/>
          <p:nvPr/>
        </p:nvSpPr>
        <p:spPr>
          <a:xfrm>
            <a:off x="5897100" y="1682799"/>
            <a:ext cx="402336" cy="402336"/>
          </a:xfrm>
          <a:prstGeom prst="rect">
            <a:avLst/>
          </a:prstGeom>
          <a:solidFill>
            <a:srgbClr val="FF6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graphic">
            <a:extLst>
              <a:ext uri="{FF2B5EF4-FFF2-40B4-BE49-F238E27FC236}">
                <a16:creationId xmlns:a16="http://schemas.microsoft.com/office/drawing/2014/main" id="{F98A49AB-9837-ACF4-C0FF-D9A3B3D40BD9}"/>
              </a:ext>
              <a:ext uri="{C183D7F6-B498-43B3-948B-1728B52AA6E4}">
                <adec:decorative xmlns:adec="http://schemas.microsoft.com/office/drawing/2017/decorative" val="1"/>
              </a:ext>
            </a:extLst>
          </p:cNvPr>
          <p:cNvSpPr/>
          <p:nvPr/>
        </p:nvSpPr>
        <p:spPr>
          <a:xfrm>
            <a:off x="5897100" y="2239659"/>
            <a:ext cx="402336" cy="402336"/>
          </a:xfrm>
          <a:prstGeom prst="rect">
            <a:avLst/>
          </a:prstGeom>
          <a:solidFill>
            <a:srgbClr val="FF6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Slide Number Placeholder 5">
            <a:extLst>
              <a:ext uri="{FF2B5EF4-FFF2-40B4-BE49-F238E27FC236}">
                <a16:creationId xmlns:a16="http://schemas.microsoft.com/office/drawing/2014/main" id="{3D6525EE-B1E2-9B5D-2065-1ED75AA24E2E}"/>
              </a:ext>
            </a:extLst>
          </p:cNvPr>
          <p:cNvSpPr>
            <a:spLocks noGrp="1"/>
          </p:cNvSpPr>
          <p:nvPr>
            <p:ph type="sldNum" sz="quarter" idx="18"/>
          </p:nvPr>
        </p:nvSpPr>
        <p:spPr/>
        <p:txBody>
          <a:bodyPr/>
          <a:lstStyle/>
          <a:p>
            <a:fld id="{A3E11DDA-83B4-4A53-8CAA-D5B2A53562D2}" type="slidenum">
              <a:rPr lang="en-SG" smtClean="0"/>
              <a:t>‹#›</a:t>
            </a:fld>
            <a:endParaRPr lang="en-SG"/>
          </a:p>
        </p:txBody>
      </p:sp>
      <p:sp>
        <p:nvSpPr>
          <p:cNvPr id="2" name="Footer Placeholder 3">
            <a:extLst>
              <a:ext uri="{FF2B5EF4-FFF2-40B4-BE49-F238E27FC236}">
                <a16:creationId xmlns:a16="http://schemas.microsoft.com/office/drawing/2014/main" id="{00810ABE-79E9-610A-1F79-F9298DD161B2}"/>
              </a:ext>
            </a:extLst>
          </p:cNvPr>
          <p:cNvSpPr txBox="1">
            <a:spLocks/>
          </p:cNvSpPr>
          <p:nvPr/>
        </p:nvSpPr>
        <p:spPr>
          <a:xfrm>
            <a:off x="10049522" y="6386296"/>
            <a:ext cx="1447060" cy="365125"/>
          </a:xfrm>
          <a:prstGeom prst="rect">
            <a:avLst/>
          </a:prstGeom>
        </p:spPr>
        <p:txBody>
          <a:bodyPr vert="horz" lIns="91440" tIns="45720" rIns="91440" bIns="45720" rtlCol="0" anchor="t"/>
          <a:lstStyle>
            <a:defPPr>
              <a:defRPr lang="en-US"/>
            </a:defPPr>
            <a:lvl1pPr marL="0" algn="r" defTabSz="914400" rtl="0" eaLnBrk="1" latinLnBrk="0" hangingPunct="1">
              <a:defRPr sz="8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000000"/>
                </a:solidFill>
                <a:effectLst/>
                <a:uLnTx/>
                <a:uFillTx/>
                <a:latin typeface="Arial" panose="020B0604020202020204"/>
                <a:ea typeface="+mn-ea"/>
                <a:cs typeface="+mn-cs"/>
              </a:rPr>
              <a:t>GF Confidential</a:t>
            </a:r>
          </a:p>
        </p:txBody>
      </p:sp>
    </p:spTree>
    <p:extLst>
      <p:ext uri="{BB962C8B-B14F-4D97-AF65-F5344CB8AC3E}">
        <p14:creationId xmlns:p14="http://schemas.microsoft.com/office/powerpoint/2010/main" val="1638676840"/>
      </p:ext>
    </p:extLst>
  </p:cSld>
  <p:clrMapOvr>
    <a:masterClrMapping/>
  </p:clrMapOvr>
  <p:extLst>
    <p:ext uri="{DCECCB84-F9BA-43D5-87BE-67443E8EF086}">
      <p15:sldGuideLst xmlns:p15="http://schemas.microsoft.com/office/powerpoint/2012/main">
        <p15:guide id="1" orient="horz" pos="1054">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ontent Layouts">
    <p:bg>
      <p:bgRef idx="1001">
        <a:schemeClr val="bg2"/>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D1EF51-9F36-BA8F-32D0-063CDF0E500C}"/>
              </a:ext>
            </a:extLst>
          </p:cNvPr>
          <p:cNvSpPr txBox="1"/>
          <p:nvPr/>
        </p:nvSpPr>
        <p:spPr>
          <a:xfrm>
            <a:off x="167640" y="1690063"/>
            <a:ext cx="11856720" cy="3477875"/>
          </a:xfrm>
          <a:prstGeom prst="rect">
            <a:avLst/>
          </a:prstGeom>
          <a:noFill/>
        </p:spPr>
        <p:txBody>
          <a:bodyPr wrap="square" rtlCol="0">
            <a:spAutoFit/>
          </a:bodyPr>
          <a:lstStyle/>
          <a:p>
            <a:pPr algn="ctr"/>
            <a:r>
              <a:rPr sz="11000">
                <a:solidFill>
                  <a:schemeClr val="bg1"/>
                </a:solidFill>
              </a:rPr>
              <a:t>MULTI-CONTENT LAYOUTS</a:t>
            </a:r>
          </a:p>
        </p:txBody>
      </p:sp>
    </p:spTree>
    <p:extLst>
      <p:ext uri="{BB962C8B-B14F-4D97-AF65-F5344CB8AC3E}">
        <p14:creationId xmlns:p14="http://schemas.microsoft.com/office/powerpoint/2010/main" val="115246313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D2C43-D718-6EE9-4D18-BFE86AD9960F}"/>
              </a:ext>
            </a:extLst>
          </p:cNvPr>
          <p:cNvSpPr>
            <a:spLocks noGrp="1"/>
          </p:cNvSpPr>
          <p:nvPr>
            <p:ph type="title" hasCustomPrompt="1"/>
          </p:nvPr>
        </p:nvSpPr>
        <p:spPr/>
        <p:txBody>
          <a:bodyPr lIns="0" anchor="t">
            <a:noAutofit/>
          </a:bodyPr>
          <a:lstStyle>
            <a:lvl1pPr>
              <a:defRPr sz="3600"/>
            </a:lvl1pPr>
          </a:lstStyle>
          <a:p>
            <a:r>
              <a:t>Change font color to black if desired</a:t>
            </a:r>
          </a:p>
        </p:txBody>
      </p:sp>
      <p:sp>
        <p:nvSpPr>
          <p:cNvPr id="3" name="Content Placeholder 2">
            <a:extLst>
              <a:ext uri="{FF2B5EF4-FFF2-40B4-BE49-F238E27FC236}">
                <a16:creationId xmlns:a16="http://schemas.microsoft.com/office/drawing/2014/main" id="{4D852EC8-1DD2-3040-C96A-0209CF8B1B7E}"/>
              </a:ext>
            </a:extLst>
          </p:cNvPr>
          <p:cNvSpPr>
            <a:spLocks noGrp="1"/>
          </p:cNvSpPr>
          <p:nvPr>
            <p:ph idx="1" hasCustomPrompt="1"/>
          </p:nvPr>
        </p:nvSpPr>
        <p:spPr/>
        <p:txBody>
          <a:bodyPr lIns="0"/>
          <a:lstStyle>
            <a:lvl1pPr>
              <a:defRPr/>
            </a:lvl1pPr>
          </a:lstStyle>
          <a:p>
            <a:pPr lvl="0"/>
            <a:r>
              <a:rPr dirty="0"/>
              <a:t>Click to add text or choose an icon below to insert other contents; turn bullets on or off from the Home tab </a:t>
            </a:r>
          </a:p>
          <a:p>
            <a:pPr lvl="1"/>
            <a:r>
              <a:rPr dirty="0"/>
              <a:t>Second level</a:t>
            </a:r>
          </a:p>
          <a:p>
            <a:pPr lvl="2"/>
            <a:r>
              <a:rPr dirty="0"/>
              <a:t>Third level</a:t>
            </a:r>
          </a:p>
          <a:p>
            <a:pPr lvl="3"/>
            <a:r>
              <a:rPr dirty="0"/>
              <a:t>Fourth level</a:t>
            </a:r>
          </a:p>
          <a:p>
            <a:pPr lvl="4"/>
            <a:r>
              <a:rPr dirty="0"/>
              <a:t>Fifth level</a:t>
            </a:r>
          </a:p>
        </p:txBody>
      </p:sp>
      <p:sp>
        <p:nvSpPr>
          <p:cNvPr id="9" name="Slide Number Placeholder 8">
            <a:extLst>
              <a:ext uri="{FF2B5EF4-FFF2-40B4-BE49-F238E27FC236}">
                <a16:creationId xmlns:a16="http://schemas.microsoft.com/office/drawing/2014/main" id="{58A4B6ED-3498-1587-6D82-48544AB65179}"/>
              </a:ext>
            </a:extLst>
          </p:cNvPr>
          <p:cNvSpPr>
            <a:spLocks noGrp="1"/>
          </p:cNvSpPr>
          <p:nvPr>
            <p:ph type="sldNum" sz="quarter" idx="12"/>
          </p:nvPr>
        </p:nvSpPr>
        <p:spPr/>
        <p:txBody>
          <a:bodyPr/>
          <a:lstStyle/>
          <a:p>
            <a:fld id="{A3E11DDA-83B4-4A53-8CAA-D5B2A53562D2}" type="slidenum">
              <a:rPr lang="en-SG" smtClean="0"/>
              <a:t>‹#›</a:t>
            </a:fld>
            <a:endParaRPr lang="en-SG"/>
          </a:p>
        </p:txBody>
      </p:sp>
    </p:spTree>
    <p:extLst>
      <p:ext uri="{BB962C8B-B14F-4D97-AF65-F5344CB8AC3E}">
        <p14:creationId xmlns:p14="http://schemas.microsoft.com/office/powerpoint/2010/main" val="3866357562"/>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7936061-C3D0-190A-6A7C-36DC95CE3D49}"/>
              </a:ext>
            </a:extLst>
          </p:cNvPr>
          <p:cNvSpPr>
            <a:spLocks noGrp="1"/>
          </p:cNvSpPr>
          <p:nvPr>
            <p:ph type="title" hasCustomPrompt="1"/>
          </p:nvPr>
        </p:nvSpPr>
        <p:spPr/>
        <p:txBody>
          <a:bodyPr/>
          <a:lstStyle/>
          <a:p>
            <a:r>
              <a:t>Change font color to black if desired</a:t>
            </a:r>
          </a:p>
        </p:txBody>
      </p:sp>
      <p:sp>
        <p:nvSpPr>
          <p:cNvPr id="8" name="Text Placeholder 7"/>
          <p:cNvSpPr>
            <a:spLocks noGrp="1"/>
          </p:cNvSpPr>
          <p:nvPr>
            <p:ph type="body" sz="quarter" idx="14" hasCustomPrompt="1"/>
          </p:nvPr>
        </p:nvSpPr>
        <p:spPr>
          <a:xfrm>
            <a:off x="824201" y="1001457"/>
            <a:ext cx="10091683" cy="391236"/>
          </a:xfrm>
        </p:spPr>
        <p:txBody>
          <a:bodyPr>
            <a:noAutofit/>
          </a:bodyPr>
          <a:lstStyle>
            <a:lvl1pPr marL="0" indent="0">
              <a:spcBef>
                <a:spcPts val="0"/>
              </a:spcBef>
              <a:buFontTx/>
              <a:buNone/>
              <a:defRPr sz="2400">
                <a:solidFill>
                  <a:schemeClr val="tx1"/>
                </a:solidFill>
              </a:defRPr>
            </a:lvl1pPr>
            <a:lvl2pPr marL="0" indent="0">
              <a:spcBef>
                <a:spcPts val="0"/>
              </a:spcBef>
              <a:buFontTx/>
              <a:buNone/>
              <a:defRPr sz="1800">
                <a:solidFill>
                  <a:schemeClr val="tx1">
                    <a:lumMod val="65000"/>
                    <a:lumOff val="35000"/>
                  </a:schemeClr>
                </a:solidFill>
              </a:defRPr>
            </a:lvl2pPr>
            <a:lvl3pPr marL="0" indent="0">
              <a:spcBef>
                <a:spcPts val="0"/>
              </a:spcBef>
              <a:buFontTx/>
              <a:buNone/>
              <a:defRPr sz="1800">
                <a:solidFill>
                  <a:schemeClr val="tx1">
                    <a:lumMod val="65000"/>
                    <a:lumOff val="35000"/>
                  </a:schemeClr>
                </a:solidFill>
              </a:defRPr>
            </a:lvl3pPr>
            <a:lvl4pPr marL="0" indent="0">
              <a:spcBef>
                <a:spcPts val="0"/>
              </a:spcBef>
              <a:buFontTx/>
              <a:buNone/>
              <a:defRPr sz="1800">
                <a:solidFill>
                  <a:schemeClr val="tx1">
                    <a:lumMod val="65000"/>
                    <a:lumOff val="35000"/>
                  </a:schemeClr>
                </a:solidFill>
              </a:defRPr>
            </a:lvl4pPr>
            <a:lvl5pPr marL="0" indent="0">
              <a:spcBef>
                <a:spcPts val="0"/>
              </a:spcBef>
              <a:buFontTx/>
              <a:buNone/>
              <a:defRPr sz="1800">
                <a:solidFill>
                  <a:schemeClr val="tx1">
                    <a:lumMod val="65000"/>
                    <a:lumOff val="35000"/>
                  </a:schemeClr>
                </a:solidFill>
              </a:defRPr>
            </a:lvl5pPr>
            <a:lvl6pPr marL="0" indent="0">
              <a:spcBef>
                <a:spcPts val="0"/>
              </a:spcBef>
              <a:buFontTx/>
              <a:buNone/>
              <a:defRPr sz="1800">
                <a:solidFill>
                  <a:schemeClr val="tx1">
                    <a:lumMod val="65000"/>
                    <a:lumOff val="35000"/>
                  </a:schemeClr>
                </a:solidFill>
              </a:defRPr>
            </a:lvl6pPr>
            <a:lvl8pPr marL="0" indent="0">
              <a:spcBef>
                <a:spcPts val="0"/>
              </a:spcBef>
              <a:buFontTx/>
              <a:buNone/>
              <a:defRPr sz="1800">
                <a:solidFill>
                  <a:schemeClr val="tx1">
                    <a:lumMod val="65000"/>
                    <a:lumOff val="35000"/>
                  </a:schemeClr>
                </a:solidFill>
              </a:defRPr>
            </a:lvl8pPr>
            <a:lvl9pPr marL="0" indent="0">
              <a:spcBef>
                <a:spcPts val="0"/>
              </a:spcBef>
              <a:buFontTx/>
              <a:buNone/>
              <a:defRPr sz="1800">
                <a:solidFill>
                  <a:schemeClr val="tx1">
                    <a:lumMod val="65000"/>
                    <a:lumOff val="35000"/>
                  </a:schemeClr>
                </a:solidFill>
              </a:defRPr>
            </a:lvl9pPr>
          </a:lstStyle>
          <a:p>
            <a:pPr lvl="0"/>
            <a:r>
              <a:t>Click to add subtitle</a:t>
            </a:r>
          </a:p>
        </p:txBody>
      </p:sp>
      <p:sp>
        <p:nvSpPr>
          <p:cNvPr id="9" name="Content Placeholder 8">
            <a:extLst>
              <a:ext uri="{FF2B5EF4-FFF2-40B4-BE49-F238E27FC236}">
                <a16:creationId xmlns:a16="http://schemas.microsoft.com/office/drawing/2014/main" id="{13952E64-423D-42FF-AD93-9C6A6082FCB4}"/>
              </a:ext>
            </a:extLst>
          </p:cNvPr>
          <p:cNvSpPr>
            <a:spLocks noGrp="1"/>
          </p:cNvSpPr>
          <p:nvPr>
            <p:ph sz="quarter" idx="15" hasCustomPrompt="1"/>
          </p:nvPr>
        </p:nvSpPr>
        <p:spPr>
          <a:xfrm>
            <a:off x="824202" y="1716833"/>
            <a:ext cx="10091683" cy="4483948"/>
          </a:xfrm>
        </p:spPr>
        <p:txBody>
          <a:bodyPr/>
          <a:lstStyle>
            <a:lvl1pPr>
              <a:defRPr/>
            </a:lvl1pPr>
          </a:lstStyle>
          <a:p>
            <a:pPr lvl="0"/>
            <a:r>
              <a:t>Click to add text or choose an icon below to insert other contents; turn bullets on or off from the Home tab</a:t>
            </a:r>
          </a:p>
          <a:p>
            <a:pPr lvl="1"/>
            <a:r>
              <a:t>Second level</a:t>
            </a:r>
          </a:p>
          <a:p>
            <a:pPr lvl="2"/>
            <a:r>
              <a:t>Third level</a:t>
            </a:r>
          </a:p>
          <a:p>
            <a:pPr lvl="3"/>
            <a:r>
              <a:t>Fourth level</a:t>
            </a:r>
          </a:p>
          <a:p>
            <a:pPr lvl="4"/>
            <a:r>
              <a:t>Fifth level</a:t>
            </a:r>
          </a:p>
        </p:txBody>
      </p:sp>
      <p:sp>
        <p:nvSpPr>
          <p:cNvPr id="10" name="Slide Number Placeholder 9">
            <a:extLst>
              <a:ext uri="{FF2B5EF4-FFF2-40B4-BE49-F238E27FC236}">
                <a16:creationId xmlns:a16="http://schemas.microsoft.com/office/drawing/2014/main" id="{9E927644-B869-D6D4-CD2B-915FCB000688}"/>
              </a:ext>
            </a:extLst>
          </p:cNvPr>
          <p:cNvSpPr>
            <a:spLocks noGrp="1"/>
          </p:cNvSpPr>
          <p:nvPr>
            <p:ph type="sldNum" sz="quarter" idx="18"/>
          </p:nvPr>
        </p:nvSpPr>
        <p:spPr/>
        <p:txBody>
          <a:bodyPr/>
          <a:lstStyle/>
          <a:p>
            <a:fld id="{A3E11DDA-83B4-4A53-8CAA-D5B2A53562D2}" type="slidenum">
              <a:rPr lang="en-SG" smtClean="0"/>
              <a:t>‹#›</a:t>
            </a:fld>
            <a:endParaRPr lang="en-SG"/>
          </a:p>
        </p:txBody>
      </p:sp>
    </p:spTree>
    <p:extLst>
      <p:ext uri="{BB962C8B-B14F-4D97-AF65-F5344CB8AC3E}">
        <p14:creationId xmlns:p14="http://schemas.microsoft.com/office/powerpoint/2010/main" val="2034646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1/3 - 2/3 Content">
    <p:spTree>
      <p:nvGrpSpPr>
        <p:cNvPr id="1" name=""/>
        <p:cNvGrpSpPr/>
        <p:nvPr/>
      </p:nvGrpSpPr>
      <p:grpSpPr>
        <a:xfrm>
          <a:off x="0" y="0"/>
          <a:ext cx="0" cy="0"/>
          <a:chOff x="0" y="0"/>
          <a:chExt cx="0" cy="0"/>
        </a:xfrm>
      </p:grpSpPr>
      <p:sp>
        <p:nvSpPr>
          <p:cNvPr id="7" name="graphic">
            <a:extLst>
              <a:ext uri="{FF2B5EF4-FFF2-40B4-BE49-F238E27FC236}">
                <a16:creationId xmlns:a16="http://schemas.microsoft.com/office/drawing/2014/main" id="{1DB405B4-6D7C-D01F-5B0F-85760E63859F}"/>
              </a:ext>
              <a:ext uri="{C183D7F6-B498-43B3-948B-1728B52AA6E4}">
                <adec:decorative xmlns:adec="http://schemas.microsoft.com/office/drawing/2017/decorative" val="1"/>
              </a:ext>
            </a:extLst>
          </p:cNvPr>
          <p:cNvSpPr/>
          <p:nvPr/>
        </p:nvSpPr>
        <p:spPr>
          <a:xfrm>
            <a:off x="-7207" y="0"/>
            <a:ext cx="4173623" cy="6858000"/>
          </a:xfrm>
          <a:custGeom>
            <a:avLst/>
            <a:gdLst/>
            <a:ahLst/>
            <a:cxnLst/>
            <a:rect l="l" t="t" r="r" b="b"/>
            <a:pathLst>
              <a:path w="6882130" h="11291570">
                <a:moveTo>
                  <a:pt x="6881518" y="0"/>
                </a:moveTo>
                <a:lnTo>
                  <a:pt x="0" y="0"/>
                </a:lnTo>
                <a:lnTo>
                  <a:pt x="0" y="11291478"/>
                </a:lnTo>
                <a:lnTo>
                  <a:pt x="6881518" y="11291478"/>
                </a:lnTo>
                <a:lnTo>
                  <a:pt x="6881518" y="0"/>
                </a:lnTo>
                <a:close/>
              </a:path>
            </a:pathLst>
          </a:custGeom>
          <a:solidFill>
            <a:schemeClr val="accent6"/>
          </a:solidFill>
        </p:spPr>
        <p:txBody>
          <a:bodyPr wrap="square" lIns="0" tIns="0" rIns="0" bIns="0" rtlCol="0"/>
          <a:lstStyle/>
          <a:p>
            <a:endParaRPr sz="1092">
              <a:latin typeface="Arial" panose="020B0604020202020204" pitchFamily="34" charset="0"/>
            </a:endParaRPr>
          </a:p>
        </p:txBody>
      </p:sp>
      <p:sp>
        <p:nvSpPr>
          <p:cNvPr id="2" name="Title 1">
            <a:extLst>
              <a:ext uri="{FF2B5EF4-FFF2-40B4-BE49-F238E27FC236}">
                <a16:creationId xmlns:a16="http://schemas.microsoft.com/office/drawing/2014/main" id="{2C4500BB-C845-E327-AE00-ACD4044AFAAC}"/>
              </a:ext>
            </a:extLst>
          </p:cNvPr>
          <p:cNvSpPr>
            <a:spLocks noGrp="1"/>
          </p:cNvSpPr>
          <p:nvPr>
            <p:ph type="title"/>
          </p:nvPr>
        </p:nvSpPr>
        <p:spPr>
          <a:xfrm>
            <a:off x="829049" y="398497"/>
            <a:ext cx="2734056" cy="2364158"/>
          </a:xfrm>
        </p:spPr>
        <p:txBody>
          <a:bodyPr/>
          <a:lstStyle/>
          <a:p>
            <a:r>
              <a:rPr lang="en-US"/>
              <a:t>Click to edit Master title style</a:t>
            </a:r>
            <a:endParaRPr/>
          </a:p>
        </p:txBody>
      </p:sp>
      <p:sp>
        <p:nvSpPr>
          <p:cNvPr id="9" name="Content Placeholder 8">
            <a:extLst>
              <a:ext uri="{FF2B5EF4-FFF2-40B4-BE49-F238E27FC236}">
                <a16:creationId xmlns:a16="http://schemas.microsoft.com/office/drawing/2014/main" id="{E9F6F71D-F1A4-7749-79A3-30F05A737117}"/>
              </a:ext>
            </a:extLst>
          </p:cNvPr>
          <p:cNvSpPr>
            <a:spLocks noGrp="1"/>
          </p:cNvSpPr>
          <p:nvPr>
            <p:ph sz="quarter" idx="13" hasCustomPrompt="1"/>
          </p:nvPr>
        </p:nvSpPr>
        <p:spPr>
          <a:xfrm>
            <a:off x="4786653" y="398497"/>
            <a:ext cx="6861153" cy="5747133"/>
          </a:xfrm>
        </p:spPr>
        <p:txBody>
          <a:bodyPr/>
          <a:lstStyle>
            <a:lvl1pPr>
              <a:defRPr/>
            </a:lvl1pPr>
          </a:lstStyle>
          <a:p>
            <a:pPr lvl="0"/>
            <a:r>
              <a:t>Click to add text or choose an icon below to insert other contents; turn bullets on or off from the Home tab</a:t>
            </a:r>
          </a:p>
          <a:p>
            <a:pPr lvl="1"/>
            <a:r>
              <a:t>Second level</a:t>
            </a:r>
          </a:p>
          <a:p>
            <a:pPr lvl="2"/>
            <a:r>
              <a:t>Third level</a:t>
            </a:r>
          </a:p>
          <a:p>
            <a:pPr lvl="3"/>
            <a:r>
              <a:t>Fourth level</a:t>
            </a:r>
          </a:p>
          <a:p>
            <a:pPr lvl="4"/>
            <a:r>
              <a:t>Fifth level</a:t>
            </a:r>
          </a:p>
        </p:txBody>
      </p:sp>
      <p:sp>
        <p:nvSpPr>
          <p:cNvPr id="5" name="Slide Number Placeholder 4">
            <a:extLst>
              <a:ext uri="{FF2B5EF4-FFF2-40B4-BE49-F238E27FC236}">
                <a16:creationId xmlns:a16="http://schemas.microsoft.com/office/drawing/2014/main" id="{5C98F2D7-5E30-F1CE-8842-AC323F19C943}"/>
              </a:ext>
            </a:extLst>
          </p:cNvPr>
          <p:cNvSpPr>
            <a:spLocks noGrp="1"/>
          </p:cNvSpPr>
          <p:nvPr>
            <p:ph type="sldNum" sz="quarter" idx="12"/>
          </p:nvPr>
        </p:nvSpPr>
        <p:spPr/>
        <p:txBody>
          <a:bodyPr/>
          <a:lstStyle/>
          <a:p>
            <a:fld id="{A3E11DDA-83B4-4A53-8CAA-D5B2A53562D2}" type="slidenum">
              <a:rPr lang="en-SG" smtClean="0"/>
              <a:t>‹#›</a:t>
            </a:fld>
            <a:endParaRPr lang="en-SG"/>
          </a:p>
        </p:txBody>
      </p:sp>
      <p:sp>
        <p:nvSpPr>
          <p:cNvPr id="3" name="Footer Placeholder 3">
            <a:extLst>
              <a:ext uri="{FF2B5EF4-FFF2-40B4-BE49-F238E27FC236}">
                <a16:creationId xmlns:a16="http://schemas.microsoft.com/office/drawing/2014/main" id="{68EF95AC-EADA-CB02-77FB-8AD545748D54}"/>
              </a:ext>
            </a:extLst>
          </p:cNvPr>
          <p:cNvSpPr txBox="1">
            <a:spLocks/>
          </p:cNvSpPr>
          <p:nvPr/>
        </p:nvSpPr>
        <p:spPr>
          <a:xfrm>
            <a:off x="10049522" y="6386296"/>
            <a:ext cx="1447060" cy="365125"/>
          </a:xfrm>
          <a:prstGeom prst="rect">
            <a:avLst/>
          </a:prstGeom>
        </p:spPr>
        <p:txBody>
          <a:bodyPr vert="horz" lIns="91440" tIns="45720" rIns="91440" bIns="45720" rtlCol="0" anchor="t"/>
          <a:lstStyle>
            <a:defPPr>
              <a:defRPr lang="en-US"/>
            </a:defPPr>
            <a:lvl1pPr marL="0" algn="r" defTabSz="914400" rtl="0" eaLnBrk="1" latinLnBrk="0" hangingPunct="1">
              <a:defRPr sz="8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000000"/>
                </a:solidFill>
                <a:effectLst/>
                <a:uLnTx/>
                <a:uFillTx/>
                <a:latin typeface="Arial" panose="020B0604020202020204"/>
                <a:ea typeface="+mn-ea"/>
                <a:cs typeface="+mn-cs"/>
              </a:rPr>
              <a:t>GF Confidential</a:t>
            </a:r>
          </a:p>
        </p:txBody>
      </p:sp>
    </p:spTree>
    <p:extLst>
      <p:ext uri="{BB962C8B-B14F-4D97-AF65-F5344CB8AC3E}">
        <p14:creationId xmlns:p14="http://schemas.microsoft.com/office/powerpoint/2010/main" val="6937131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t>Change font color to black if desired</a:t>
            </a:r>
          </a:p>
        </p:txBody>
      </p:sp>
      <p:sp>
        <p:nvSpPr>
          <p:cNvPr id="3" name="Content Placeholder 2"/>
          <p:cNvSpPr>
            <a:spLocks noGrp="1"/>
          </p:cNvSpPr>
          <p:nvPr>
            <p:ph sz="half" idx="1" hasCustomPrompt="1"/>
          </p:nvPr>
        </p:nvSpPr>
        <p:spPr>
          <a:xfrm>
            <a:off x="824203" y="1306286"/>
            <a:ext cx="4913657" cy="4894495"/>
          </a:xfrm>
        </p:spPr>
        <p:txBody>
          <a:bodyPr>
            <a:no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4" name="Content Placeholder 3"/>
          <p:cNvSpPr>
            <a:spLocks noGrp="1"/>
          </p:cNvSpPr>
          <p:nvPr>
            <p:ph sz="half" idx="2" hasCustomPrompt="1"/>
          </p:nvPr>
        </p:nvSpPr>
        <p:spPr>
          <a:xfrm>
            <a:off x="6007076" y="1306286"/>
            <a:ext cx="4913657" cy="4865915"/>
          </a:xfrm>
        </p:spPr>
        <p:txBody>
          <a:bodyPr>
            <a:noAutofit/>
          </a:bodyPr>
          <a:lstStyle>
            <a:lvl1pPr>
              <a:defRPr sz="1800" baseline="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10" name="Slide Number Placeholder 9">
            <a:extLst>
              <a:ext uri="{FF2B5EF4-FFF2-40B4-BE49-F238E27FC236}">
                <a16:creationId xmlns:a16="http://schemas.microsoft.com/office/drawing/2014/main" id="{6220BE86-397F-47FC-FBB2-FF3BB3065EE2}"/>
              </a:ext>
            </a:extLst>
          </p:cNvPr>
          <p:cNvSpPr>
            <a:spLocks noGrp="1"/>
          </p:cNvSpPr>
          <p:nvPr>
            <p:ph type="sldNum" sz="quarter" idx="12"/>
          </p:nvPr>
        </p:nvSpPr>
        <p:spPr/>
        <p:txBody>
          <a:bodyPr/>
          <a:lstStyle/>
          <a:p>
            <a:fld id="{A3E11DDA-83B4-4A53-8CAA-D5B2A53562D2}" type="slidenum">
              <a:rPr lang="en-SG" smtClean="0"/>
              <a:t>‹#›</a:t>
            </a:fld>
            <a:endParaRPr lang="en-SG"/>
          </a:p>
        </p:txBody>
      </p:sp>
    </p:spTree>
    <p:extLst>
      <p:ext uri="{BB962C8B-B14F-4D97-AF65-F5344CB8AC3E}">
        <p14:creationId xmlns:p14="http://schemas.microsoft.com/office/powerpoint/2010/main" val="339271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9049" y="398497"/>
            <a:ext cx="10091683" cy="567296"/>
          </a:xfrm>
        </p:spPr>
        <p:txBody>
          <a:bodyPr/>
          <a:lstStyle>
            <a:lvl1pPr>
              <a:defRPr/>
            </a:lvl1pPr>
          </a:lstStyle>
          <a:p>
            <a:r>
              <a:t>Change font color to black if desired</a:t>
            </a:r>
          </a:p>
        </p:txBody>
      </p:sp>
      <p:sp>
        <p:nvSpPr>
          <p:cNvPr id="11" name="Content Placeholder 10"/>
          <p:cNvSpPr>
            <a:spLocks noGrp="1"/>
          </p:cNvSpPr>
          <p:nvPr>
            <p:ph sz="quarter" idx="13" hasCustomPrompt="1"/>
          </p:nvPr>
        </p:nvSpPr>
        <p:spPr>
          <a:xfrm>
            <a:off x="824202" y="1306286"/>
            <a:ext cx="3200400" cy="4894495"/>
          </a:xfrm>
        </p:spPr>
        <p:txBody>
          <a:bodyPr>
            <a:noAutofit/>
          </a:bodyPr>
          <a:lstStyle>
            <a:lvl1pPr>
              <a:spcBef>
                <a:spcPts val="800"/>
              </a:spcBef>
              <a:defRPr sz="1600"/>
            </a:lvl1pPr>
            <a:lvl2pPr>
              <a:spcBef>
                <a:spcPts val="600"/>
              </a:spcBef>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t>Click to add text or choose an icon below to insert other contents; turn bullets on or off from the Home tab</a:t>
            </a:r>
          </a:p>
          <a:p>
            <a:pPr lvl="1"/>
            <a:r>
              <a:t>Second level</a:t>
            </a:r>
          </a:p>
          <a:p>
            <a:pPr lvl="2"/>
            <a:r>
              <a:t>Third level</a:t>
            </a:r>
          </a:p>
          <a:p>
            <a:pPr lvl="3"/>
            <a:r>
              <a:t>Fourth level</a:t>
            </a:r>
          </a:p>
          <a:p>
            <a:pPr lvl="4"/>
            <a:r>
              <a:t>Fifth level</a:t>
            </a:r>
          </a:p>
        </p:txBody>
      </p:sp>
      <p:sp>
        <p:nvSpPr>
          <p:cNvPr id="12" name="Content Placeholder 10"/>
          <p:cNvSpPr>
            <a:spLocks noGrp="1"/>
          </p:cNvSpPr>
          <p:nvPr>
            <p:ph sz="quarter" idx="14" hasCustomPrompt="1"/>
          </p:nvPr>
        </p:nvSpPr>
        <p:spPr>
          <a:xfrm>
            <a:off x="4272267" y="1306286"/>
            <a:ext cx="3200400" cy="4894495"/>
          </a:xfrm>
        </p:spPr>
        <p:txBody>
          <a:bodyPr>
            <a:noAutofit/>
          </a:bodyPr>
          <a:lstStyle>
            <a:lvl1pPr>
              <a:spcBef>
                <a:spcPts val="800"/>
              </a:spcBef>
              <a:defRPr sz="1600"/>
            </a:lvl1pPr>
            <a:lvl2pPr>
              <a:spcBef>
                <a:spcPts val="600"/>
              </a:spcBef>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t>Click to add text or choose an icon below to insert other contents; turn bullets on or off from the Home tab</a:t>
            </a:r>
          </a:p>
          <a:p>
            <a:pPr lvl="1"/>
            <a:r>
              <a:t>Second level</a:t>
            </a:r>
          </a:p>
          <a:p>
            <a:pPr lvl="2"/>
            <a:r>
              <a:t>Third level</a:t>
            </a:r>
          </a:p>
          <a:p>
            <a:pPr lvl="3"/>
            <a:r>
              <a:t>Fourth level</a:t>
            </a:r>
          </a:p>
          <a:p>
            <a:pPr lvl="4"/>
            <a:r>
              <a:t>Fifth level</a:t>
            </a:r>
          </a:p>
        </p:txBody>
      </p:sp>
      <p:sp>
        <p:nvSpPr>
          <p:cNvPr id="13" name="Content Placeholder 10"/>
          <p:cNvSpPr>
            <a:spLocks noGrp="1"/>
          </p:cNvSpPr>
          <p:nvPr>
            <p:ph sz="quarter" idx="15" hasCustomPrompt="1"/>
          </p:nvPr>
        </p:nvSpPr>
        <p:spPr>
          <a:xfrm>
            <a:off x="7720332" y="1306286"/>
            <a:ext cx="3200400" cy="4894495"/>
          </a:xfrm>
        </p:spPr>
        <p:txBody>
          <a:bodyPr>
            <a:noAutofit/>
          </a:bodyPr>
          <a:lstStyle>
            <a:lvl1pPr>
              <a:spcBef>
                <a:spcPts val="800"/>
              </a:spcBef>
              <a:defRPr sz="1600"/>
            </a:lvl1pPr>
            <a:lvl2pPr>
              <a:spcBef>
                <a:spcPts val="600"/>
              </a:spcBef>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t>Click to add text or choose an icon below to insert other contents; turn bullets on or off from the Home tab</a:t>
            </a:r>
          </a:p>
          <a:p>
            <a:pPr lvl="1"/>
            <a:r>
              <a:t>Second level</a:t>
            </a:r>
          </a:p>
          <a:p>
            <a:pPr lvl="2"/>
            <a:r>
              <a:t>Third level</a:t>
            </a:r>
          </a:p>
          <a:p>
            <a:pPr lvl="3"/>
            <a:r>
              <a:t>Fourth level</a:t>
            </a:r>
          </a:p>
          <a:p>
            <a:pPr lvl="4"/>
            <a:r>
              <a:t>Fifth level</a:t>
            </a:r>
          </a:p>
        </p:txBody>
      </p:sp>
      <p:sp>
        <p:nvSpPr>
          <p:cNvPr id="8" name="Slide Number Placeholder 7">
            <a:extLst>
              <a:ext uri="{FF2B5EF4-FFF2-40B4-BE49-F238E27FC236}">
                <a16:creationId xmlns:a16="http://schemas.microsoft.com/office/drawing/2014/main" id="{D541E746-1A09-75F5-2940-D5F8B446289B}"/>
              </a:ext>
            </a:extLst>
          </p:cNvPr>
          <p:cNvSpPr>
            <a:spLocks noGrp="1"/>
          </p:cNvSpPr>
          <p:nvPr>
            <p:ph type="sldNum" sz="quarter" idx="18"/>
          </p:nvPr>
        </p:nvSpPr>
        <p:spPr/>
        <p:txBody>
          <a:bodyPr/>
          <a:lstStyle/>
          <a:p>
            <a:fld id="{A3E11DDA-83B4-4A53-8CAA-D5B2A53562D2}" type="slidenum">
              <a:rPr lang="en-SG" smtClean="0"/>
              <a:t>‹#›</a:t>
            </a:fld>
            <a:endParaRPr lang="en-SG"/>
          </a:p>
        </p:txBody>
      </p:sp>
    </p:spTree>
    <p:extLst>
      <p:ext uri="{BB962C8B-B14F-4D97-AF65-F5344CB8AC3E}">
        <p14:creationId xmlns:p14="http://schemas.microsoft.com/office/powerpoint/2010/main" val="1622556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094159D-E25F-4F36-1481-EFB0F68BDE99}"/>
              </a:ext>
            </a:extLst>
          </p:cNvPr>
          <p:cNvSpPr>
            <a:spLocks noGrp="1"/>
          </p:cNvSpPr>
          <p:nvPr>
            <p:ph type="title" hasCustomPrompt="1"/>
          </p:nvPr>
        </p:nvSpPr>
        <p:spPr>
          <a:xfrm>
            <a:off x="829049" y="398497"/>
            <a:ext cx="10091683" cy="567296"/>
          </a:xfrm>
        </p:spPr>
        <p:txBody>
          <a:bodyPr/>
          <a:lstStyle/>
          <a:p>
            <a:r>
              <a:t>Change font color to black if desired</a:t>
            </a:r>
          </a:p>
        </p:txBody>
      </p:sp>
      <p:sp>
        <p:nvSpPr>
          <p:cNvPr id="7" name="Content Placeholder 6"/>
          <p:cNvSpPr>
            <a:spLocks noGrp="1"/>
          </p:cNvSpPr>
          <p:nvPr>
            <p:ph sz="quarter" idx="13" hasCustomPrompt="1"/>
          </p:nvPr>
        </p:nvSpPr>
        <p:spPr>
          <a:xfrm>
            <a:off x="829048" y="1295398"/>
            <a:ext cx="4937760" cy="2331720"/>
          </a:xfrm>
        </p:spPr>
        <p:txBody>
          <a:bodyPr>
            <a:noAutofit/>
          </a:bodyPr>
          <a:lstStyle>
            <a:lvl1pPr>
              <a:spcBef>
                <a:spcPts val="1200"/>
              </a:spcBef>
              <a:buClr>
                <a:schemeClr val="accent1"/>
              </a:buClr>
              <a:defRPr sz="1600"/>
            </a:lvl1pPr>
            <a:lvl2pPr>
              <a:spcBef>
                <a:spcPts val="600"/>
              </a:spcBef>
              <a:buClr>
                <a:schemeClr val="accent1"/>
              </a:buClr>
              <a:defRPr sz="1400"/>
            </a:lvl2pPr>
            <a:lvl3pPr>
              <a:spcBef>
                <a:spcPts val="600"/>
              </a:spcBef>
              <a:buClr>
                <a:schemeClr val="accent1"/>
              </a:buClr>
              <a:defRPr sz="1200"/>
            </a:lvl3pPr>
            <a:lvl4pPr>
              <a:spcBef>
                <a:spcPts val="600"/>
              </a:spcBef>
              <a:buClr>
                <a:schemeClr val="accent1"/>
              </a:buClr>
              <a:defRPr sz="1100"/>
            </a:lvl4pPr>
            <a:lvl5pPr>
              <a:spcBef>
                <a:spcPts val="600"/>
              </a:spcBef>
              <a:buClr>
                <a:schemeClr val="accent1"/>
              </a:buClr>
              <a:defRPr sz="1100"/>
            </a:lvl5pPr>
            <a:lvl6pPr>
              <a:spcBef>
                <a:spcPts val="600"/>
              </a:spcBef>
              <a:buClr>
                <a:schemeClr val="accent2"/>
              </a:buClr>
              <a:defRPr sz="1100"/>
            </a:lvl6pPr>
            <a:lvl7pPr>
              <a:spcBef>
                <a:spcPts val="600"/>
              </a:spcBef>
              <a:buClr>
                <a:schemeClr val="accent2"/>
              </a:buClr>
              <a:defRPr sz="1100"/>
            </a:lvl7pPr>
            <a:lvl8pPr>
              <a:spcBef>
                <a:spcPts val="600"/>
              </a:spcBef>
              <a:defRPr sz="1100"/>
            </a:lvl8pPr>
            <a:lvl9pPr>
              <a:spcBef>
                <a:spcPts val="600"/>
              </a:spcBef>
              <a:defRPr sz="1100"/>
            </a:lvl9pPr>
          </a:lstStyle>
          <a:p>
            <a:pPr lvl="0"/>
            <a:r>
              <a:rPr lang="en-US" dirty="0"/>
              <a:t>Click to add text or choose an icon below to insert other contents; turn bullets on or off from the Home tab </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8" name="Content Placeholder 6"/>
          <p:cNvSpPr>
            <a:spLocks noGrp="1"/>
          </p:cNvSpPr>
          <p:nvPr>
            <p:ph sz="quarter" idx="14" hasCustomPrompt="1"/>
          </p:nvPr>
        </p:nvSpPr>
        <p:spPr>
          <a:xfrm>
            <a:off x="5982972" y="1295398"/>
            <a:ext cx="4937760" cy="2331720"/>
          </a:xfrm>
        </p:spPr>
        <p:txBody>
          <a:bodyPr>
            <a:noAutofit/>
          </a:bodyPr>
          <a:lstStyle>
            <a:lvl1pPr>
              <a:spcBef>
                <a:spcPts val="1200"/>
              </a:spcBef>
              <a:buClr>
                <a:schemeClr val="accent1"/>
              </a:buClr>
              <a:defRPr sz="1600"/>
            </a:lvl1pPr>
            <a:lvl2pPr>
              <a:spcBef>
                <a:spcPts val="600"/>
              </a:spcBef>
              <a:buClr>
                <a:schemeClr val="accent1"/>
              </a:buClr>
              <a:defRPr sz="1400"/>
            </a:lvl2pPr>
            <a:lvl3pPr>
              <a:spcBef>
                <a:spcPts val="600"/>
              </a:spcBef>
              <a:buClr>
                <a:schemeClr val="accent1"/>
              </a:buClr>
              <a:defRPr sz="1200"/>
            </a:lvl3pPr>
            <a:lvl4pPr>
              <a:spcBef>
                <a:spcPts val="600"/>
              </a:spcBef>
              <a:buClr>
                <a:schemeClr val="accent1"/>
              </a:buClr>
              <a:defRPr sz="1100"/>
            </a:lvl4pPr>
            <a:lvl5pPr>
              <a:spcBef>
                <a:spcPts val="600"/>
              </a:spcBef>
              <a:buClr>
                <a:schemeClr val="accent1"/>
              </a:buClr>
              <a:defRPr sz="1100"/>
            </a:lvl5pPr>
            <a:lvl6pPr>
              <a:spcBef>
                <a:spcPts val="600"/>
              </a:spcBef>
              <a:buClr>
                <a:schemeClr val="accent2"/>
              </a:buClr>
              <a:defRPr sz="1100"/>
            </a:lvl6pPr>
            <a:lvl7pPr>
              <a:spcBef>
                <a:spcPts val="600"/>
              </a:spcBef>
              <a:buClr>
                <a:schemeClr val="accent2"/>
              </a:buClr>
              <a:defRPr sz="1100"/>
            </a:lvl7pPr>
            <a:lvl8pPr>
              <a:spcBef>
                <a:spcPts val="600"/>
              </a:spcBef>
              <a:defRPr sz="1100"/>
            </a:lvl8pPr>
            <a:lvl9pPr>
              <a:spcBef>
                <a:spcPts val="600"/>
              </a:spcBef>
              <a:defRPr sz="1100"/>
            </a:lvl9pPr>
          </a:lstStyle>
          <a:p>
            <a:pPr lvl="0"/>
            <a:r>
              <a:t>Click to add text or choose an icon below to insert other contents; turn bullets on or off from the Home tab</a:t>
            </a:r>
          </a:p>
          <a:p>
            <a:pPr lvl="1"/>
            <a:r>
              <a:t>Second level</a:t>
            </a:r>
          </a:p>
          <a:p>
            <a:pPr lvl="2"/>
            <a:r>
              <a:t>Third level</a:t>
            </a:r>
          </a:p>
          <a:p>
            <a:pPr lvl="3"/>
            <a:r>
              <a:t>Fourth level</a:t>
            </a:r>
          </a:p>
          <a:p>
            <a:pPr lvl="4"/>
            <a:r>
              <a:t>Fifth level</a:t>
            </a:r>
          </a:p>
        </p:txBody>
      </p:sp>
      <p:sp>
        <p:nvSpPr>
          <p:cNvPr id="9" name="Content Placeholder 6"/>
          <p:cNvSpPr>
            <a:spLocks noGrp="1"/>
          </p:cNvSpPr>
          <p:nvPr>
            <p:ph sz="quarter" idx="15" hasCustomPrompt="1"/>
          </p:nvPr>
        </p:nvSpPr>
        <p:spPr>
          <a:xfrm>
            <a:off x="829048" y="3878580"/>
            <a:ext cx="4937760" cy="2331720"/>
          </a:xfrm>
        </p:spPr>
        <p:txBody>
          <a:bodyPr>
            <a:noAutofit/>
          </a:bodyPr>
          <a:lstStyle>
            <a:lvl1pPr>
              <a:spcBef>
                <a:spcPts val="1200"/>
              </a:spcBef>
              <a:buClr>
                <a:schemeClr val="accent1"/>
              </a:buClr>
              <a:defRPr sz="1600"/>
            </a:lvl1pPr>
            <a:lvl2pPr>
              <a:spcBef>
                <a:spcPts val="600"/>
              </a:spcBef>
              <a:buClr>
                <a:schemeClr val="accent1"/>
              </a:buClr>
              <a:defRPr sz="1400"/>
            </a:lvl2pPr>
            <a:lvl3pPr>
              <a:spcBef>
                <a:spcPts val="600"/>
              </a:spcBef>
              <a:buClr>
                <a:schemeClr val="accent1"/>
              </a:buClr>
              <a:defRPr sz="1200"/>
            </a:lvl3pPr>
            <a:lvl4pPr>
              <a:spcBef>
                <a:spcPts val="600"/>
              </a:spcBef>
              <a:buClr>
                <a:schemeClr val="accent1"/>
              </a:buClr>
              <a:defRPr sz="1100"/>
            </a:lvl4pPr>
            <a:lvl5pPr>
              <a:spcBef>
                <a:spcPts val="600"/>
              </a:spcBef>
              <a:buClr>
                <a:schemeClr val="accent1"/>
              </a:buClr>
              <a:defRPr sz="1100"/>
            </a:lvl5pPr>
            <a:lvl6pPr>
              <a:spcBef>
                <a:spcPts val="600"/>
              </a:spcBef>
              <a:buClr>
                <a:schemeClr val="accent2"/>
              </a:buClr>
              <a:defRPr sz="1100"/>
            </a:lvl6pPr>
            <a:lvl7pPr>
              <a:spcBef>
                <a:spcPts val="600"/>
              </a:spcBef>
              <a:buClr>
                <a:schemeClr val="accent2"/>
              </a:buClr>
              <a:defRPr sz="1100"/>
            </a:lvl7pPr>
            <a:lvl8pPr>
              <a:spcBef>
                <a:spcPts val="600"/>
              </a:spcBef>
              <a:defRPr sz="1100"/>
            </a:lvl8pPr>
            <a:lvl9pPr>
              <a:spcBef>
                <a:spcPts val="600"/>
              </a:spcBef>
              <a:defRPr sz="1100"/>
            </a:lvl9pPr>
          </a:lstStyle>
          <a:p>
            <a:pPr lvl="0"/>
            <a:r>
              <a:t>Click to add text or choose an icon below to insert other contents; turn bullets on or off from the Home tab</a:t>
            </a:r>
          </a:p>
          <a:p>
            <a:pPr lvl="1"/>
            <a:r>
              <a:t>Second level</a:t>
            </a:r>
          </a:p>
          <a:p>
            <a:pPr lvl="2"/>
            <a:r>
              <a:t>Third level</a:t>
            </a:r>
          </a:p>
          <a:p>
            <a:pPr lvl="3"/>
            <a:r>
              <a:t>Fourth level</a:t>
            </a:r>
          </a:p>
          <a:p>
            <a:pPr lvl="4"/>
            <a:r>
              <a:t>Fifth level</a:t>
            </a:r>
          </a:p>
        </p:txBody>
      </p:sp>
      <p:sp>
        <p:nvSpPr>
          <p:cNvPr id="10" name="Content Placeholder 6"/>
          <p:cNvSpPr>
            <a:spLocks noGrp="1"/>
          </p:cNvSpPr>
          <p:nvPr>
            <p:ph sz="quarter" idx="16" hasCustomPrompt="1"/>
          </p:nvPr>
        </p:nvSpPr>
        <p:spPr>
          <a:xfrm>
            <a:off x="5982972" y="3878580"/>
            <a:ext cx="4937760" cy="2331720"/>
          </a:xfrm>
        </p:spPr>
        <p:txBody>
          <a:bodyPr>
            <a:noAutofit/>
          </a:bodyPr>
          <a:lstStyle>
            <a:lvl1pPr>
              <a:spcBef>
                <a:spcPts val="1200"/>
              </a:spcBef>
              <a:buClr>
                <a:schemeClr val="accent1"/>
              </a:buClr>
              <a:defRPr sz="1600" baseline="0"/>
            </a:lvl1pPr>
            <a:lvl2pPr>
              <a:spcBef>
                <a:spcPts val="600"/>
              </a:spcBef>
              <a:buClr>
                <a:schemeClr val="accent1"/>
              </a:buClr>
              <a:defRPr sz="1400"/>
            </a:lvl2pPr>
            <a:lvl3pPr>
              <a:spcBef>
                <a:spcPts val="600"/>
              </a:spcBef>
              <a:buClr>
                <a:schemeClr val="accent1"/>
              </a:buClr>
              <a:defRPr sz="1200"/>
            </a:lvl3pPr>
            <a:lvl4pPr>
              <a:spcBef>
                <a:spcPts val="600"/>
              </a:spcBef>
              <a:buClr>
                <a:schemeClr val="accent1"/>
              </a:buClr>
              <a:defRPr sz="1100"/>
            </a:lvl4pPr>
            <a:lvl5pPr>
              <a:spcBef>
                <a:spcPts val="600"/>
              </a:spcBef>
              <a:buClr>
                <a:schemeClr val="accent1"/>
              </a:buClr>
              <a:defRPr sz="1100"/>
            </a:lvl5pPr>
            <a:lvl6pPr>
              <a:spcBef>
                <a:spcPts val="600"/>
              </a:spcBef>
              <a:defRPr sz="1100"/>
            </a:lvl6pPr>
            <a:lvl7pPr>
              <a:spcBef>
                <a:spcPts val="600"/>
              </a:spcBef>
              <a:defRPr sz="1100"/>
            </a:lvl7pPr>
            <a:lvl8pPr>
              <a:spcBef>
                <a:spcPts val="600"/>
              </a:spcBef>
              <a:defRPr sz="1100"/>
            </a:lvl8pPr>
            <a:lvl9pPr>
              <a:spcBef>
                <a:spcPts val="600"/>
              </a:spcBef>
              <a:defRPr sz="1100"/>
            </a:lvl9pPr>
          </a:lstStyle>
          <a:p>
            <a:pPr lvl="0"/>
            <a:r>
              <a:t>Click to add text or choose an icon below to insert other contents; turn bullets on or off from the Home tab</a:t>
            </a:r>
          </a:p>
          <a:p>
            <a:pPr lvl="1"/>
            <a:r>
              <a:t>Second level</a:t>
            </a:r>
          </a:p>
          <a:p>
            <a:pPr lvl="2"/>
            <a:r>
              <a:t>Third level</a:t>
            </a:r>
          </a:p>
          <a:p>
            <a:pPr lvl="3"/>
            <a:r>
              <a:t>Fourth level</a:t>
            </a:r>
          </a:p>
          <a:p>
            <a:pPr lvl="4"/>
            <a:r>
              <a:t>Fifth level</a:t>
            </a:r>
          </a:p>
        </p:txBody>
      </p:sp>
      <p:sp>
        <p:nvSpPr>
          <p:cNvPr id="13" name="Slide Number Placeholder 12">
            <a:extLst>
              <a:ext uri="{FF2B5EF4-FFF2-40B4-BE49-F238E27FC236}">
                <a16:creationId xmlns:a16="http://schemas.microsoft.com/office/drawing/2014/main" id="{68490EB5-694E-CF64-BF2C-1DAAB085B154}"/>
              </a:ext>
            </a:extLst>
          </p:cNvPr>
          <p:cNvSpPr>
            <a:spLocks noGrp="1"/>
          </p:cNvSpPr>
          <p:nvPr>
            <p:ph type="sldNum" sz="quarter" idx="19"/>
          </p:nvPr>
        </p:nvSpPr>
        <p:spPr/>
        <p:txBody>
          <a:bodyPr/>
          <a:lstStyle/>
          <a:p>
            <a:fld id="{A3E11DDA-83B4-4A53-8CAA-D5B2A53562D2}" type="slidenum">
              <a:rPr lang="en-SG" smtClean="0"/>
              <a:t>‹#›</a:t>
            </a:fld>
            <a:endParaRPr lang="en-SG"/>
          </a:p>
        </p:txBody>
      </p:sp>
    </p:spTree>
    <p:extLst>
      <p:ext uri="{BB962C8B-B14F-4D97-AF65-F5344CB8AC3E}">
        <p14:creationId xmlns:p14="http://schemas.microsoft.com/office/powerpoint/2010/main" val="361087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ext Layouts">
    <p:bg>
      <p:bgRef idx="1001">
        <a:schemeClr val="bg2"/>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1492A5-C6A3-A175-459B-EFFC53181825}"/>
              </a:ext>
            </a:extLst>
          </p:cNvPr>
          <p:cNvSpPr txBox="1"/>
          <p:nvPr/>
        </p:nvSpPr>
        <p:spPr>
          <a:xfrm>
            <a:off x="773430" y="1259175"/>
            <a:ext cx="10645140" cy="4339650"/>
          </a:xfrm>
          <a:prstGeom prst="rect">
            <a:avLst/>
          </a:prstGeom>
          <a:noFill/>
        </p:spPr>
        <p:txBody>
          <a:bodyPr wrap="square" rtlCol="0">
            <a:spAutoFit/>
          </a:bodyPr>
          <a:lstStyle/>
          <a:p>
            <a:pPr algn="ctr"/>
            <a:r>
              <a:rPr sz="13800">
                <a:solidFill>
                  <a:schemeClr val="bg1"/>
                </a:solidFill>
              </a:rPr>
              <a:t>TEXT ONLY LAYOUTS</a:t>
            </a:r>
          </a:p>
        </p:txBody>
      </p:sp>
    </p:spTree>
    <p:extLst>
      <p:ext uri="{BB962C8B-B14F-4D97-AF65-F5344CB8AC3E}">
        <p14:creationId xmlns:p14="http://schemas.microsoft.com/office/powerpoint/2010/main" val="3713819353"/>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ontent_Purple">
    <p:spTree>
      <p:nvGrpSpPr>
        <p:cNvPr id="1" name=""/>
        <p:cNvGrpSpPr/>
        <p:nvPr/>
      </p:nvGrpSpPr>
      <p:grpSpPr>
        <a:xfrm>
          <a:off x="0" y="0"/>
          <a:ext cx="0" cy="0"/>
          <a:chOff x="0" y="0"/>
          <a:chExt cx="0" cy="0"/>
        </a:xfrm>
      </p:grpSpPr>
      <p:sp>
        <p:nvSpPr>
          <p:cNvPr id="6" name="Do not remove" hidden="1">
            <a:extLst>
              <a:ext uri="{FF2B5EF4-FFF2-40B4-BE49-F238E27FC236}">
                <a16:creationId xmlns:a16="http://schemas.microsoft.com/office/drawing/2014/main" id="{D7F4C6B5-DE3C-89F3-2C12-1EFBB1CFA082}"/>
              </a:ext>
            </a:extLst>
          </p:cNvPr>
          <p:cNvSpPr/>
          <p:nvPr>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2" name="Title 1">
            <a:extLst>
              <a:ext uri="{FF2B5EF4-FFF2-40B4-BE49-F238E27FC236}">
                <a16:creationId xmlns:a16="http://schemas.microsoft.com/office/drawing/2014/main" id="{55B061A1-9E33-C1BA-B0FE-9BBF678AA3D5}"/>
              </a:ext>
            </a:extLst>
          </p:cNvPr>
          <p:cNvSpPr>
            <a:spLocks noGrp="1"/>
          </p:cNvSpPr>
          <p:nvPr>
            <p:ph type="title"/>
          </p:nvPr>
        </p:nvSpPr>
        <p:spPr/>
        <p:txBody>
          <a:bodyPr/>
          <a:lstStyle/>
          <a:p>
            <a:r>
              <a:rPr lang="en-US"/>
              <a:t>Click to edit Master title style</a:t>
            </a:r>
            <a:endParaRPr/>
          </a:p>
        </p:txBody>
      </p:sp>
      <p:sp>
        <p:nvSpPr>
          <p:cNvPr id="13" name="Text Placeholder 2">
            <a:extLst>
              <a:ext uri="{FF2B5EF4-FFF2-40B4-BE49-F238E27FC236}">
                <a16:creationId xmlns:a16="http://schemas.microsoft.com/office/drawing/2014/main" id="{B104B7C5-27FD-4FD4-98F8-E284D3845901}"/>
              </a:ext>
            </a:extLst>
          </p:cNvPr>
          <p:cNvSpPr>
            <a:spLocks noGrp="1"/>
          </p:cNvSpPr>
          <p:nvPr>
            <p:ph type="body" sz="quarter" idx="27" hasCustomPrompt="1"/>
          </p:nvPr>
        </p:nvSpPr>
        <p:spPr>
          <a:xfrm>
            <a:off x="824202" y="1306286"/>
            <a:ext cx="10091683" cy="4894495"/>
          </a:xfrm>
          <a:prstGeom prst="rect">
            <a:avLst/>
          </a:prstGeom>
        </p:spPr>
        <p:txBody>
          <a:bodyPr vert="horz" lIns="0" tIns="0">
            <a:noAutofit/>
          </a:bodyPr>
          <a:lstStyle>
            <a:lvl1pPr marL="342900" indent="-342900" algn="l" defTabSz="914400" rtl="0" eaLnBrk="1" latinLnBrk="0" hangingPunct="1">
              <a:lnSpc>
                <a:spcPct val="100000"/>
              </a:lnSpc>
              <a:spcBef>
                <a:spcPts val="1800"/>
              </a:spcBef>
              <a:buClr>
                <a:schemeClr val="accent1"/>
              </a:buClr>
              <a:buSzPct val="100000"/>
              <a:buFont typeface="Arial" panose="020B0604020202020204" pitchFamily="34" charset="0"/>
              <a:buChar char="•"/>
              <a:defRPr sz="2000" kern="1200" dirty="0">
                <a:solidFill>
                  <a:schemeClr val="tx1"/>
                </a:solidFill>
                <a:latin typeface="+mn-lt"/>
                <a:ea typeface="+mn-ea"/>
                <a:cs typeface="+mn-cs"/>
              </a:defRPr>
            </a:lvl1pPr>
            <a:lvl2pPr marL="563024" indent="-285750" algn="l" defTabSz="914400" rtl="0" eaLnBrk="1" latinLnBrk="0" hangingPunct="1">
              <a:lnSpc>
                <a:spcPct val="100000"/>
              </a:lnSpc>
              <a:buClr>
                <a:schemeClr val="accent1"/>
              </a:buClr>
              <a:buSzPct val="100000"/>
              <a:buFont typeface="Arial" panose="020B0604020202020204" pitchFamily="34" charset="0"/>
              <a:buChar char="•"/>
              <a:defRPr sz="2000" kern="1200" dirty="0">
                <a:solidFill>
                  <a:schemeClr val="tx1"/>
                </a:solidFill>
                <a:latin typeface="+mn-lt"/>
                <a:ea typeface="+mn-ea"/>
                <a:cs typeface="+mn-cs"/>
              </a:defRPr>
            </a:lvl2pPr>
            <a:lvl3pPr marL="843534" indent="-285750" algn="l" defTabSz="914400" rtl="0" eaLnBrk="1" latinLnBrk="0" hangingPunct="1">
              <a:lnSpc>
                <a:spcPct val="100000"/>
              </a:lnSpc>
              <a:buClr>
                <a:schemeClr val="accent1"/>
              </a:buClr>
              <a:buSzPct val="100000"/>
              <a:buFont typeface="Arial" panose="020B0604020202020204" pitchFamily="34" charset="0"/>
              <a:buChar char="•"/>
              <a:defRPr sz="2000" kern="1200" dirty="0">
                <a:solidFill>
                  <a:schemeClr val="tx1"/>
                </a:solidFill>
                <a:latin typeface="+mn-lt"/>
                <a:ea typeface="+mn-ea"/>
                <a:cs typeface="+mn-cs"/>
              </a:defRPr>
            </a:lvl3pPr>
            <a:lvl4pPr marL="843534" indent="-285750" algn="l" defTabSz="914400" rtl="0" eaLnBrk="1" latinLnBrk="0" hangingPunct="1">
              <a:lnSpc>
                <a:spcPct val="100000"/>
              </a:lnSpc>
              <a:buClr>
                <a:schemeClr val="accent1"/>
              </a:buClr>
              <a:buSzPct val="100000"/>
              <a:buFont typeface="Arial" panose="020B0604020202020204" pitchFamily="34" charset="0"/>
              <a:buChar char="•"/>
              <a:defRPr sz="2000" kern="1200" dirty="0">
                <a:solidFill>
                  <a:schemeClr val="tx1"/>
                </a:solidFill>
                <a:latin typeface="+mn-lt"/>
                <a:ea typeface="+mn-ea"/>
                <a:cs typeface="+mn-cs"/>
              </a:defRPr>
            </a:lvl4pPr>
            <a:lvl5pPr marL="557784" indent="0" algn="l" defTabSz="914400" rtl="0" eaLnBrk="1" latinLnBrk="0" hangingPunct="1">
              <a:lnSpc>
                <a:spcPct val="100000"/>
              </a:lnSpc>
              <a:buClr>
                <a:schemeClr val="accent1"/>
              </a:buClr>
              <a:buSzPct val="100000"/>
              <a:buFont typeface="Arial" panose="020B0604020202020204" pitchFamily="34" charset="0"/>
              <a:buNone/>
              <a:defRPr sz="2000" kern="1200" dirty="0">
                <a:solidFill>
                  <a:schemeClr val="tx1"/>
                </a:solidFill>
                <a:latin typeface="+mn-lt"/>
                <a:ea typeface="+mn-ea"/>
                <a:cs typeface="+mn-cs"/>
              </a:defRPr>
            </a:lvl5pPr>
            <a:lvl7pPr marL="731520" indent="-173736">
              <a:lnSpc>
                <a:spcPct val="100000"/>
              </a:lnSpc>
              <a:buClr>
                <a:schemeClr val="accent2"/>
              </a:buClr>
              <a:defRPr sz="1600"/>
            </a:lvl7pPr>
            <a:lvl8pPr marL="731520" indent="-173736">
              <a:lnSpc>
                <a:spcPct val="100000"/>
              </a:lnSpc>
              <a:buClr>
                <a:schemeClr val="accent2"/>
              </a:buClr>
              <a:defRPr sz="1600"/>
            </a:lvl8pPr>
            <a:lvl9pPr marL="731520" indent="-173736">
              <a:lnSpc>
                <a:spcPct val="100000"/>
              </a:lnSpc>
              <a:buClr>
                <a:schemeClr val="accent2"/>
              </a:buClr>
              <a:defRPr sz="1600"/>
            </a:lvl9pPr>
          </a:lstStyle>
          <a:p>
            <a:pPr marL="210312" marR="0" lvl="0" indent="-210312" algn="l" defTabSz="914400" rtl="0" eaLnBrk="1" fontAlgn="auto" latinLnBrk="0" hangingPunct="1">
              <a:lnSpc>
                <a:spcPct val="100000"/>
              </a:lnSpc>
              <a:spcBef>
                <a:spcPts val="1800"/>
              </a:spcBef>
              <a:spcAft>
                <a:spcPts val="0"/>
              </a:spcAft>
              <a:buClr>
                <a:srgbClr val="FF6012"/>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Click to add text or choose an icon below to insert other contents; turn bullets on or off from the Home tab </a:t>
            </a:r>
          </a:p>
          <a:p>
            <a:pPr marL="448056" marR="0" lvl="1" indent="-173736"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Second level</a:t>
            </a:r>
          </a:p>
          <a:p>
            <a:pPr marL="731520" marR="0" lvl="2" indent="-173736"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Third level</a:t>
            </a:r>
          </a:p>
          <a:p>
            <a:pPr marL="914400" marR="0" lvl="3" indent="-168275"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Fourth level</a:t>
            </a:r>
          </a:p>
          <a:p>
            <a:pPr marL="1082675" marR="0" lvl="4" indent="-168275"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Fifth level</a:t>
            </a:r>
          </a:p>
        </p:txBody>
      </p:sp>
      <p:sp>
        <p:nvSpPr>
          <p:cNvPr id="5" name="Slide Number Placeholder 4">
            <a:extLst>
              <a:ext uri="{FF2B5EF4-FFF2-40B4-BE49-F238E27FC236}">
                <a16:creationId xmlns:a16="http://schemas.microsoft.com/office/drawing/2014/main" id="{CF9452E1-EBDB-3998-7F0A-DA3B7CC34A3C}"/>
              </a:ext>
            </a:extLst>
          </p:cNvPr>
          <p:cNvSpPr>
            <a:spLocks noGrp="1"/>
          </p:cNvSpPr>
          <p:nvPr>
            <p:ph type="sldNum" sz="quarter" idx="30"/>
          </p:nvPr>
        </p:nvSpPr>
        <p:spPr/>
        <p:txBody>
          <a:bodyPr/>
          <a:lstStyle/>
          <a:p>
            <a:fld id="{A3E11DDA-83B4-4A53-8CAA-D5B2A53562D2}" type="slidenum">
              <a:rPr lang="en-SG" smtClean="0"/>
              <a:t>‹#›</a:t>
            </a:fld>
            <a:endParaRPr lang="en-SG"/>
          </a:p>
        </p:txBody>
      </p:sp>
    </p:spTree>
    <p:extLst>
      <p:ext uri="{BB962C8B-B14F-4D97-AF65-F5344CB8AC3E}">
        <p14:creationId xmlns:p14="http://schemas.microsoft.com/office/powerpoint/2010/main" val="260626785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_Black">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719621FB-AC80-38E7-5EC2-24583C7F1A6F}"/>
              </a:ext>
            </a:extLst>
          </p:cNvPr>
          <p:cNvSpPr/>
          <p:nvPr>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2" name="Title 1">
            <a:extLst>
              <a:ext uri="{FF2B5EF4-FFF2-40B4-BE49-F238E27FC236}">
                <a16:creationId xmlns:a16="http://schemas.microsoft.com/office/drawing/2014/main" id="{542DE027-26ED-EB40-9432-17FD2DBDA603}"/>
              </a:ext>
            </a:extLst>
          </p:cNvPr>
          <p:cNvSpPr>
            <a:spLocks noGrp="1"/>
          </p:cNvSpPr>
          <p:nvPr>
            <p:ph type="title"/>
          </p:nvPr>
        </p:nvSpPr>
        <p:spPr/>
        <p:txBody>
          <a:bodyPr/>
          <a:lstStyle>
            <a:lvl1pPr>
              <a:defRPr>
                <a:solidFill>
                  <a:schemeClr val="tx1"/>
                </a:solidFill>
              </a:defRPr>
            </a:lvl1pPr>
          </a:lstStyle>
          <a:p>
            <a:r>
              <a:rPr lang="en-US"/>
              <a:t>Click to edit Master title style</a:t>
            </a:r>
            <a:endParaRPr/>
          </a:p>
        </p:txBody>
      </p:sp>
      <p:sp>
        <p:nvSpPr>
          <p:cNvPr id="13" name="Text Placeholder 2">
            <a:extLst>
              <a:ext uri="{FF2B5EF4-FFF2-40B4-BE49-F238E27FC236}">
                <a16:creationId xmlns:a16="http://schemas.microsoft.com/office/drawing/2014/main" id="{B104B7C5-27FD-4FD4-98F8-E284D3845901}"/>
              </a:ext>
            </a:extLst>
          </p:cNvPr>
          <p:cNvSpPr>
            <a:spLocks noGrp="1"/>
          </p:cNvSpPr>
          <p:nvPr>
            <p:ph type="body" sz="quarter" idx="27" hasCustomPrompt="1"/>
          </p:nvPr>
        </p:nvSpPr>
        <p:spPr>
          <a:xfrm>
            <a:off x="824202" y="1306286"/>
            <a:ext cx="10091683" cy="4894495"/>
          </a:xfrm>
          <a:prstGeom prst="rect">
            <a:avLst/>
          </a:prstGeom>
        </p:spPr>
        <p:txBody>
          <a:bodyPr vert="horz" tIns="0">
            <a:noAutofit/>
          </a:bodyPr>
          <a:lstStyle>
            <a:lvl1pPr marL="207955" indent="-207955" algn="l" defTabSz="914400" rtl="0" eaLnBrk="1" latinLnBrk="0" hangingPunct="1">
              <a:lnSpc>
                <a:spcPct val="100000"/>
              </a:lnSpc>
              <a:spcBef>
                <a:spcPts val="1800"/>
              </a:spcBef>
              <a:buClr>
                <a:schemeClr val="accent1"/>
              </a:buClr>
              <a:buSzPct val="100000"/>
              <a:buFont typeface="Arial" panose="020B0604020202020204" pitchFamily="34" charset="0"/>
              <a:buChar char="•"/>
              <a:defRPr sz="2000" kern="1200" dirty="0">
                <a:solidFill>
                  <a:schemeClr val="tx1"/>
                </a:solidFill>
                <a:latin typeface="+mn-lt"/>
                <a:ea typeface="+mn-ea"/>
                <a:cs typeface="+mn-cs"/>
              </a:defRPr>
            </a:lvl1pPr>
            <a:lvl2pPr marL="450570" indent="-173296" algn="l" defTabSz="914400" rtl="0" eaLnBrk="1" latinLnBrk="0" hangingPunct="1">
              <a:lnSpc>
                <a:spcPct val="100000"/>
              </a:lnSpc>
              <a:buClr>
                <a:schemeClr val="accent1"/>
              </a:buClr>
              <a:buSzPct val="100000"/>
              <a:buFont typeface="Arial" panose="020B0604020202020204" pitchFamily="34" charset="0"/>
              <a:buChar char="•"/>
              <a:defRPr sz="2000" kern="1200" dirty="0">
                <a:solidFill>
                  <a:schemeClr val="tx1"/>
                </a:solidFill>
                <a:latin typeface="+mn-lt"/>
                <a:ea typeface="+mn-ea"/>
                <a:cs typeface="+mn-cs"/>
              </a:defRPr>
            </a:lvl2pPr>
            <a:lvl3pPr marL="727844" indent="-173296" algn="l" defTabSz="914400" rtl="0" eaLnBrk="1" latinLnBrk="0" hangingPunct="1">
              <a:lnSpc>
                <a:spcPct val="100000"/>
              </a:lnSpc>
              <a:buClr>
                <a:schemeClr val="accent1"/>
              </a:buClr>
              <a:buSzPct val="100000"/>
              <a:buFont typeface="Arial" panose="020B0604020202020204" pitchFamily="34" charset="0"/>
              <a:buChar char="•"/>
              <a:defRPr sz="2000" kern="1200" dirty="0">
                <a:solidFill>
                  <a:schemeClr val="tx1"/>
                </a:solidFill>
                <a:latin typeface="+mn-lt"/>
                <a:ea typeface="+mn-ea"/>
                <a:cs typeface="+mn-cs"/>
              </a:defRPr>
            </a:lvl3pPr>
            <a:lvl4pPr marL="731520" indent="-173296" algn="l" defTabSz="914400" rtl="0" eaLnBrk="1" latinLnBrk="0" hangingPunct="1">
              <a:lnSpc>
                <a:spcPct val="100000"/>
              </a:lnSpc>
              <a:buClr>
                <a:schemeClr val="accent1"/>
              </a:buClr>
              <a:buSzPct val="100000"/>
              <a:buFont typeface="Arial" panose="020B0604020202020204" pitchFamily="34" charset="0"/>
              <a:buChar char="•"/>
              <a:defRPr sz="2000" kern="1200" dirty="0">
                <a:solidFill>
                  <a:schemeClr val="tx1"/>
                </a:solidFill>
                <a:latin typeface="+mn-lt"/>
                <a:ea typeface="+mn-ea"/>
                <a:cs typeface="+mn-cs"/>
              </a:defRPr>
            </a:lvl4pPr>
            <a:lvl5pPr marL="558224" indent="0" algn="l" defTabSz="914400" rtl="0" eaLnBrk="1" latinLnBrk="0" hangingPunct="1">
              <a:lnSpc>
                <a:spcPct val="100000"/>
              </a:lnSpc>
              <a:buClr>
                <a:schemeClr val="accent1"/>
              </a:buClr>
              <a:buSzPct val="100000"/>
              <a:buFont typeface="Arial" panose="020B0604020202020204" pitchFamily="34" charset="0"/>
              <a:buNone/>
              <a:defRPr sz="2000" kern="1200" dirty="0">
                <a:solidFill>
                  <a:schemeClr val="tx1"/>
                </a:solidFill>
                <a:latin typeface="+mn-lt"/>
                <a:ea typeface="+mn-ea"/>
                <a:cs typeface="+mn-cs"/>
              </a:defRPr>
            </a:lvl5pPr>
            <a:lvl6pPr marL="731520">
              <a:lnSpc>
                <a:spcPct val="100000"/>
              </a:lnSpc>
              <a:buClr>
                <a:schemeClr val="accent2"/>
              </a:buClr>
              <a:buSzPct val="100000"/>
              <a:defRPr sz="1600">
                <a:latin typeface="+mn-lt"/>
              </a:defRPr>
            </a:lvl6pPr>
            <a:lvl7pPr marL="731520">
              <a:lnSpc>
                <a:spcPct val="100000"/>
              </a:lnSpc>
              <a:buClr>
                <a:schemeClr val="accent2"/>
              </a:buClr>
              <a:buSzPct val="100000"/>
              <a:defRPr sz="1600">
                <a:latin typeface="+mn-lt"/>
              </a:defRPr>
            </a:lvl7pPr>
            <a:lvl9pPr marL="731520">
              <a:lnSpc>
                <a:spcPct val="100000"/>
              </a:lnSpc>
              <a:buClr>
                <a:schemeClr val="accent2"/>
              </a:buClr>
              <a:buSzPct val="100000"/>
              <a:defRPr sz="1600">
                <a:latin typeface="+mn-lt"/>
              </a:defRPr>
            </a:lvl9pPr>
          </a:lstStyle>
          <a:p>
            <a:pPr marL="210312" marR="0" lvl="0" indent="-210312" algn="l" defTabSz="914400" rtl="0" eaLnBrk="1" fontAlgn="auto" latinLnBrk="0" hangingPunct="1">
              <a:lnSpc>
                <a:spcPct val="100000"/>
              </a:lnSpc>
              <a:spcBef>
                <a:spcPts val="1800"/>
              </a:spcBef>
              <a:spcAft>
                <a:spcPts val="0"/>
              </a:spcAft>
              <a:buClr>
                <a:srgbClr val="FF6012"/>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Click to add text or choose an icon below to insert other contents; turn bullets on or off from the Home tab </a:t>
            </a:r>
          </a:p>
          <a:p>
            <a:pPr marL="448056" marR="0" lvl="1" indent="-173736"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Second level</a:t>
            </a:r>
          </a:p>
          <a:p>
            <a:pPr marL="731520" marR="0" lvl="2" indent="-173736"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Third level</a:t>
            </a:r>
          </a:p>
          <a:p>
            <a:pPr marL="914400" marR="0" lvl="3" indent="-168275"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Fourth level</a:t>
            </a:r>
          </a:p>
          <a:p>
            <a:pPr marL="1082675" marR="0" lvl="4" indent="-168275"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Fifth level</a:t>
            </a:r>
          </a:p>
        </p:txBody>
      </p:sp>
      <p:sp>
        <p:nvSpPr>
          <p:cNvPr id="11" name="Slide Number Placeholder 10">
            <a:extLst>
              <a:ext uri="{FF2B5EF4-FFF2-40B4-BE49-F238E27FC236}">
                <a16:creationId xmlns:a16="http://schemas.microsoft.com/office/drawing/2014/main" id="{EAD157CF-751E-EF19-052C-93BE79CCF75F}"/>
              </a:ext>
            </a:extLst>
          </p:cNvPr>
          <p:cNvSpPr>
            <a:spLocks noGrp="1"/>
          </p:cNvSpPr>
          <p:nvPr>
            <p:ph type="sldNum" sz="quarter" idx="30"/>
          </p:nvPr>
        </p:nvSpPr>
        <p:spPr/>
        <p:txBody>
          <a:bodyPr/>
          <a:lstStyle/>
          <a:p>
            <a:fld id="{A3E11DDA-83B4-4A53-8CAA-D5B2A53562D2}" type="slidenum">
              <a:rPr lang="en-SG" smtClean="0"/>
              <a:t>‹#›</a:t>
            </a:fld>
            <a:endParaRPr lang="en-SG"/>
          </a:p>
        </p:txBody>
      </p:sp>
    </p:spTree>
    <p:extLst>
      <p:ext uri="{BB962C8B-B14F-4D97-AF65-F5344CB8AC3E}">
        <p14:creationId xmlns:p14="http://schemas.microsoft.com/office/powerpoint/2010/main" val="36799745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ubtitle and Content_Purple">
    <p:spTree>
      <p:nvGrpSpPr>
        <p:cNvPr id="1" name=""/>
        <p:cNvGrpSpPr/>
        <p:nvPr/>
      </p:nvGrpSpPr>
      <p:grpSpPr>
        <a:xfrm>
          <a:off x="0" y="0"/>
          <a:ext cx="0" cy="0"/>
          <a:chOff x="0" y="0"/>
          <a:chExt cx="0" cy="0"/>
        </a:xfrm>
      </p:grpSpPr>
      <p:sp>
        <p:nvSpPr>
          <p:cNvPr id="6" name="Do not remove" hidden="1">
            <a:extLst>
              <a:ext uri="{FF2B5EF4-FFF2-40B4-BE49-F238E27FC236}">
                <a16:creationId xmlns:a16="http://schemas.microsoft.com/office/drawing/2014/main" id="{77DECC22-7A2A-506D-69A2-ACD75B631FB7}"/>
              </a:ext>
            </a:extLst>
          </p:cNvPr>
          <p:cNvSpPr/>
          <p:nvPr>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2" name="Title 1">
            <a:extLst>
              <a:ext uri="{FF2B5EF4-FFF2-40B4-BE49-F238E27FC236}">
                <a16:creationId xmlns:a16="http://schemas.microsoft.com/office/drawing/2014/main" id="{0B0A6752-D97A-EA5A-2E20-0963F124DFC9}"/>
              </a:ext>
            </a:extLst>
          </p:cNvPr>
          <p:cNvSpPr>
            <a:spLocks noGrp="1"/>
          </p:cNvSpPr>
          <p:nvPr>
            <p:ph type="title"/>
          </p:nvPr>
        </p:nvSpPr>
        <p:spPr/>
        <p:txBody>
          <a:bodyPr/>
          <a:lstStyle/>
          <a:p>
            <a:r>
              <a:rPr lang="en-US"/>
              <a:t>Click to edit Master title style</a:t>
            </a:r>
            <a:endParaRPr/>
          </a:p>
        </p:txBody>
      </p:sp>
      <p:sp>
        <p:nvSpPr>
          <p:cNvPr id="12" name="Text Placeholder 20">
            <a:extLst>
              <a:ext uri="{FF2B5EF4-FFF2-40B4-BE49-F238E27FC236}">
                <a16:creationId xmlns:a16="http://schemas.microsoft.com/office/drawing/2014/main" id="{B0C46308-ED35-4BDF-AD87-599B630C4699}"/>
              </a:ext>
            </a:extLst>
          </p:cNvPr>
          <p:cNvSpPr>
            <a:spLocks noGrp="1"/>
          </p:cNvSpPr>
          <p:nvPr>
            <p:ph type="body" sz="quarter" idx="16" hasCustomPrompt="1"/>
          </p:nvPr>
        </p:nvSpPr>
        <p:spPr>
          <a:xfrm>
            <a:off x="824201" y="1001457"/>
            <a:ext cx="10091683" cy="391236"/>
          </a:xfrm>
          <a:prstGeom prst="rect">
            <a:avLst/>
          </a:prstGeom>
        </p:spPr>
        <p:txBody>
          <a:bodyPr vert="horz" lIns="0" tIns="0" anchor="t" anchorCtr="0">
            <a:noAutofit/>
          </a:bodyPr>
          <a:lstStyle>
            <a:lvl1pPr marL="0" indent="0">
              <a:spcBef>
                <a:spcPts val="0"/>
              </a:spcBef>
              <a:buNone/>
              <a:defRPr sz="2400" baseline="0">
                <a:latin typeface="+mn-lt"/>
              </a:defRPr>
            </a:lvl1pPr>
            <a:lvl2pPr marL="0" indent="0">
              <a:spcBef>
                <a:spcPts val="0"/>
              </a:spcBef>
              <a:buNone/>
              <a:defRPr sz="2400">
                <a:latin typeface="+mn-lt"/>
              </a:defRPr>
            </a:lvl2pPr>
            <a:lvl3pPr marL="0" indent="0">
              <a:spcBef>
                <a:spcPts val="0"/>
              </a:spcBef>
              <a:buNone/>
              <a:defRPr sz="2400">
                <a:latin typeface="+mn-lt"/>
              </a:defRPr>
            </a:lvl3pPr>
            <a:lvl4pPr marL="0" indent="0">
              <a:spcBef>
                <a:spcPts val="0"/>
              </a:spcBef>
              <a:buNone/>
              <a:defRPr sz="2400">
                <a:latin typeface="+mn-lt"/>
              </a:defRPr>
            </a:lvl4pPr>
            <a:lvl5pPr marL="0" indent="0">
              <a:spcBef>
                <a:spcPts val="0"/>
              </a:spcBef>
              <a:buNone/>
              <a:defRPr sz="2400">
                <a:latin typeface="+mn-lt"/>
              </a:defRPr>
            </a:lvl5pPr>
            <a:lvl6pPr marL="0" indent="0">
              <a:spcBef>
                <a:spcPts val="0"/>
              </a:spcBef>
              <a:buNone/>
              <a:defRPr sz="2400">
                <a:latin typeface="+mn-lt"/>
              </a:defRPr>
            </a:lvl6pPr>
            <a:lvl7pPr marL="0" indent="0">
              <a:spcBef>
                <a:spcPts val="0"/>
              </a:spcBef>
              <a:buNone/>
              <a:defRPr sz="2400">
                <a:latin typeface="+mn-lt"/>
              </a:defRPr>
            </a:lvl7pPr>
            <a:lvl8pPr marL="0" indent="0">
              <a:spcBef>
                <a:spcPts val="0"/>
              </a:spcBef>
              <a:buNone/>
              <a:defRPr sz="2400">
                <a:latin typeface="+mn-lt"/>
              </a:defRPr>
            </a:lvl8pPr>
            <a:lvl9pPr marL="0" indent="0">
              <a:spcBef>
                <a:spcPts val="0"/>
              </a:spcBef>
              <a:buNone/>
              <a:defRPr sz="2400"/>
            </a:lvl9pPr>
          </a:lstStyle>
          <a:p>
            <a:pPr lvl="0"/>
            <a:r>
              <a:t>Click to add text</a:t>
            </a:r>
          </a:p>
        </p:txBody>
      </p:sp>
      <p:sp>
        <p:nvSpPr>
          <p:cNvPr id="13" name="Text Placeholder 2">
            <a:extLst>
              <a:ext uri="{FF2B5EF4-FFF2-40B4-BE49-F238E27FC236}">
                <a16:creationId xmlns:a16="http://schemas.microsoft.com/office/drawing/2014/main" id="{B104B7C5-27FD-4FD4-98F8-E284D3845901}"/>
              </a:ext>
            </a:extLst>
          </p:cNvPr>
          <p:cNvSpPr>
            <a:spLocks noGrp="1"/>
          </p:cNvSpPr>
          <p:nvPr>
            <p:ph type="body" sz="quarter" idx="27" hasCustomPrompt="1"/>
          </p:nvPr>
        </p:nvSpPr>
        <p:spPr>
          <a:xfrm>
            <a:off x="824202" y="1716833"/>
            <a:ext cx="10091683" cy="4483948"/>
          </a:xfrm>
          <a:prstGeom prst="rect">
            <a:avLst/>
          </a:prstGeom>
        </p:spPr>
        <p:txBody>
          <a:bodyPr vert="horz" lIns="0" tIns="0">
            <a:noAutofit/>
          </a:bodyPr>
          <a:lstStyle>
            <a:lvl1pPr marL="207955" indent="-207955" algn="l" defTabSz="914400" rtl="0" eaLnBrk="1" latinLnBrk="0" hangingPunct="1">
              <a:lnSpc>
                <a:spcPct val="100000"/>
              </a:lnSpc>
              <a:spcBef>
                <a:spcPts val="1800"/>
              </a:spcBef>
              <a:buClr>
                <a:schemeClr val="accent1"/>
              </a:buClr>
              <a:buSzPct val="100000"/>
              <a:buFont typeface="Arial" panose="020B0604020202020204" pitchFamily="34" charset="0"/>
              <a:buChar char="•"/>
              <a:defRPr sz="2000" kern="1200" dirty="0">
                <a:solidFill>
                  <a:schemeClr val="tx1"/>
                </a:solidFill>
                <a:latin typeface="+mn-lt"/>
                <a:ea typeface="+mn-ea"/>
                <a:cs typeface="+mn-cs"/>
              </a:defRPr>
            </a:lvl1pPr>
            <a:lvl2pPr marL="450570" indent="-173296" algn="l" defTabSz="914400" rtl="0" eaLnBrk="1" latinLnBrk="0" hangingPunct="1">
              <a:lnSpc>
                <a:spcPct val="100000"/>
              </a:lnSpc>
              <a:buClr>
                <a:schemeClr val="accent1"/>
              </a:buClr>
              <a:buSzPct val="100000"/>
              <a:buFont typeface="Arial" panose="020B0604020202020204" pitchFamily="34" charset="0"/>
              <a:buChar char="•"/>
              <a:defRPr sz="2000" kern="1200" dirty="0">
                <a:solidFill>
                  <a:schemeClr val="tx1"/>
                </a:solidFill>
                <a:latin typeface="+mn-lt"/>
                <a:ea typeface="+mn-ea"/>
                <a:cs typeface="+mn-cs"/>
              </a:defRPr>
            </a:lvl2pPr>
            <a:lvl3pPr marL="727844" indent="-173296" algn="l" defTabSz="914400" rtl="0" eaLnBrk="1" latinLnBrk="0" hangingPunct="1">
              <a:lnSpc>
                <a:spcPct val="100000"/>
              </a:lnSpc>
              <a:buClr>
                <a:schemeClr val="accent1"/>
              </a:buClr>
              <a:buSzPct val="100000"/>
              <a:buFont typeface="Arial" panose="020B0604020202020204" pitchFamily="34" charset="0"/>
              <a:buChar char="•"/>
              <a:defRPr sz="2000" kern="1200" dirty="0">
                <a:solidFill>
                  <a:schemeClr val="tx1"/>
                </a:solidFill>
                <a:latin typeface="+mn-lt"/>
                <a:ea typeface="+mn-ea"/>
                <a:cs typeface="+mn-cs"/>
              </a:defRPr>
            </a:lvl3pPr>
            <a:lvl4pPr marL="731520" indent="-173736" algn="l" defTabSz="914400" rtl="0" eaLnBrk="1" latinLnBrk="0" hangingPunct="1">
              <a:lnSpc>
                <a:spcPct val="100000"/>
              </a:lnSpc>
              <a:buClr>
                <a:schemeClr val="accent1"/>
              </a:buClr>
              <a:buSzPct val="100000"/>
              <a:buFont typeface="Arial" panose="020B0604020202020204" pitchFamily="34" charset="0"/>
              <a:buChar char="•"/>
              <a:defRPr sz="2000" kern="1200" dirty="0">
                <a:solidFill>
                  <a:schemeClr val="tx1"/>
                </a:solidFill>
                <a:latin typeface="+mn-lt"/>
                <a:ea typeface="+mn-ea"/>
                <a:cs typeface="+mn-cs"/>
              </a:defRPr>
            </a:lvl4pPr>
            <a:lvl5pPr marL="557784" indent="0" algn="l" defTabSz="914400" rtl="0" eaLnBrk="1" latinLnBrk="0" hangingPunct="1">
              <a:lnSpc>
                <a:spcPct val="100000"/>
              </a:lnSpc>
              <a:buClr>
                <a:schemeClr val="accent1"/>
              </a:buClr>
              <a:buSzPct val="100000"/>
              <a:buFont typeface="Arial" panose="020B0604020202020204" pitchFamily="34" charset="0"/>
              <a:buNone/>
              <a:defRPr sz="2000" kern="1200" dirty="0">
                <a:solidFill>
                  <a:schemeClr val="tx1"/>
                </a:solidFill>
                <a:latin typeface="+mn-lt"/>
                <a:ea typeface="+mn-ea"/>
                <a:cs typeface="+mn-cs"/>
              </a:defRPr>
            </a:lvl5pPr>
            <a:lvl6pPr marL="731520" indent="-173736">
              <a:lnSpc>
                <a:spcPct val="100000"/>
              </a:lnSpc>
              <a:defRPr sz="1600">
                <a:latin typeface="+mn-lt"/>
              </a:defRPr>
            </a:lvl6pPr>
            <a:lvl7pPr marL="731520" indent="-173736">
              <a:lnSpc>
                <a:spcPct val="100000"/>
              </a:lnSpc>
              <a:defRPr sz="1600">
                <a:latin typeface="+mn-lt"/>
              </a:defRPr>
            </a:lvl7pPr>
            <a:lvl8pPr marL="731520" indent="-173736">
              <a:lnSpc>
                <a:spcPct val="100000"/>
              </a:lnSpc>
              <a:defRPr sz="1600">
                <a:latin typeface="+mn-lt"/>
              </a:defRPr>
            </a:lvl8pPr>
            <a:lvl9pPr marL="731520" indent="-173736">
              <a:lnSpc>
                <a:spcPct val="100000"/>
              </a:lnSpc>
              <a:defRPr sz="1600">
                <a:latin typeface="+mn-lt"/>
              </a:defRPr>
            </a:lvl9pPr>
          </a:lstStyle>
          <a:p>
            <a:pPr marL="210312" marR="0" lvl="0" indent="-210312" algn="l" defTabSz="914400" rtl="0" eaLnBrk="1" fontAlgn="auto" latinLnBrk="0" hangingPunct="1">
              <a:lnSpc>
                <a:spcPct val="100000"/>
              </a:lnSpc>
              <a:spcBef>
                <a:spcPts val="1800"/>
              </a:spcBef>
              <a:spcAft>
                <a:spcPts val="0"/>
              </a:spcAft>
              <a:buClr>
                <a:srgbClr val="FF6012"/>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Click to add text or choose an icon below to insert other contents; turn bullets on or off from the Home tab </a:t>
            </a:r>
          </a:p>
          <a:p>
            <a:pPr marL="448056" marR="0" lvl="1" indent="-173736"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Second level</a:t>
            </a:r>
          </a:p>
          <a:p>
            <a:pPr marL="731520" marR="0" lvl="2" indent="-173736"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Third level</a:t>
            </a:r>
          </a:p>
          <a:p>
            <a:pPr marL="914400" marR="0" lvl="3" indent="-168275"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Fourth level</a:t>
            </a:r>
          </a:p>
          <a:p>
            <a:pPr marL="1082675" marR="0" lvl="4" indent="-168275"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Fifth level</a:t>
            </a:r>
          </a:p>
        </p:txBody>
      </p:sp>
      <p:sp>
        <p:nvSpPr>
          <p:cNvPr id="5" name="Slide Number Placeholder 4">
            <a:extLst>
              <a:ext uri="{FF2B5EF4-FFF2-40B4-BE49-F238E27FC236}">
                <a16:creationId xmlns:a16="http://schemas.microsoft.com/office/drawing/2014/main" id="{67B784CF-C309-9FB6-6E5C-13E76750D54C}"/>
              </a:ext>
            </a:extLst>
          </p:cNvPr>
          <p:cNvSpPr>
            <a:spLocks noGrp="1"/>
          </p:cNvSpPr>
          <p:nvPr>
            <p:ph type="sldNum" sz="quarter" idx="30"/>
          </p:nvPr>
        </p:nvSpPr>
        <p:spPr/>
        <p:txBody>
          <a:bodyPr/>
          <a:lstStyle/>
          <a:p>
            <a:fld id="{A3E11DDA-83B4-4A53-8CAA-D5B2A53562D2}" type="slidenum">
              <a:rPr lang="en-SG" smtClean="0"/>
              <a:t>‹#›</a:t>
            </a:fld>
            <a:endParaRPr lang="en-SG"/>
          </a:p>
        </p:txBody>
      </p:sp>
    </p:spTree>
    <p:extLst>
      <p:ext uri="{BB962C8B-B14F-4D97-AF65-F5344CB8AC3E}">
        <p14:creationId xmlns:p14="http://schemas.microsoft.com/office/powerpoint/2010/main" val="34210698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ubtitle and Content_Black">
    <p:spTree>
      <p:nvGrpSpPr>
        <p:cNvPr id="1" name=""/>
        <p:cNvGrpSpPr/>
        <p:nvPr/>
      </p:nvGrpSpPr>
      <p:grpSpPr>
        <a:xfrm>
          <a:off x="0" y="0"/>
          <a:ext cx="0" cy="0"/>
          <a:chOff x="0" y="0"/>
          <a:chExt cx="0" cy="0"/>
        </a:xfrm>
      </p:grpSpPr>
      <p:sp>
        <p:nvSpPr>
          <p:cNvPr id="6" name="Do not remove" hidden="1">
            <a:extLst>
              <a:ext uri="{FF2B5EF4-FFF2-40B4-BE49-F238E27FC236}">
                <a16:creationId xmlns:a16="http://schemas.microsoft.com/office/drawing/2014/main" id="{223CB056-A65E-3C29-F716-31D698DB1D1E}"/>
              </a:ext>
            </a:extLst>
          </p:cNvPr>
          <p:cNvSpPr/>
          <p:nvPr>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2" name="Title 1">
            <a:extLst>
              <a:ext uri="{FF2B5EF4-FFF2-40B4-BE49-F238E27FC236}">
                <a16:creationId xmlns:a16="http://schemas.microsoft.com/office/drawing/2014/main" id="{DE6CD65B-4571-2992-48DC-C499D22B5BD2}"/>
              </a:ext>
            </a:extLst>
          </p:cNvPr>
          <p:cNvSpPr>
            <a:spLocks noGrp="1"/>
          </p:cNvSpPr>
          <p:nvPr>
            <p:ph type="title"/>
          </p:nvPr>
        </p:nvSpPr>
        <p:spPr/>
        <p:txBody>
          <a:bodyPr/>
          <a:lstStyle>
            <a:lvl1pPr>
              <a:defRPr>
                <a:solidFill>
                  <a:schemeClr val="tx1"/>
                </a:solidFill>
              </a:defRPr>
            </a:lvl1pPr>
          </a:lstStyle>
          <a:p>
            <a:r>
              <a:rPr lang="en-US"/>
              <a:t>Click to edit Master title style</a:t>
            </a:r>
            <a:endParaRPr/>
          </a:p>
        </p:txBody>
      </p:sp>
      <p:sp>
        <p:nvSpPr>
          <p:cNvPr id="10" name="Text Placeholder 20">
            <a:extLst>
              <a:ext uri="{FF2B5EF4-FFF2-40B4-BE49-F238E27FC236}">
                <a16:creationId xmlns:a16="http://schemas.microsoft.com/office/drawing/2014/main" id="{29EABC62-7561-4012-BA81-0E0820E45D36}"/>
              </a:ext>
            </a:extLst>
          </p:cNvPr>
          <p:cNvSpPr>
            <a:spLocks noGrp="1"/>
          </p:cNvSpPr>
          <p:nvPr>
            <p:ph type="body" sz="quarter" idx="16" hasCustomPrompt="1"/>
          </p:nvPr>
        </p:nvSpPr>
        <p:spPr>
          <a:xfrm>
            <a:off x="824201" y="1001457"/>
            <a:ext cx="10091683" cy="391236"/>
          </a:xfrm>
          <a:prstGeom prst="rect">
            <a:avLst/>
          </a:prstGeom>
        </p:spPr>
        <p:txBody>
          <a:bodyPr vert="horz" tIns="0" anchor="t" anchorCtr="0">
            <a:noAutofit/>
          </a:bodyPr>
          <a:lstStyle>
            <a:lvl1pPr marL="0" indent="0">
              <a:spcBef>
                <a:spcPts val="0"/>
              </a:spcBef>
              <a:buNone/>
              <a:defRPr sz="2400" baseline="0">
                <a:latin typeface="+mn-lt"/>
              </a:defRPr>
            </a:lvl1pPr>
            <a:lvl2pPr marL="0" indent="0">
              <a:spcBef>
                <a:spcPts val="0"/>
              </a:spcBef>
              <a:buNone/>
              <a:defRPr>
                <a:latin typeface="+mn-lt"/>
              </a:defRPr>
            </a:lvl2pPr>
            <a:lvl3pPr marL="0" indent="0">
              <a:spcBef>
                <a:spcPts val="0"/>
              </a:spcBef>
              <a:buNone/>
              <a:defRPr>
                <a:latin typeface="+mn-lt"/>
              </a:defRPr>
            </a:lvl3pPr>
            <a:lvl4pPr marL="0" indent="0">
              <a:spcBef>
                <a:spcPts val="0"/>
              </a:spcBef>
              <a:buNone/>
              <a:defRPr>
                <a:latin typeface="+mn-lt"/>
              </a:defRPr>
            </a:lvl4pPr>
            <a:lvl5pPr marL="0" indent="0">
              <a:spcBef>
                <a:spcPts val="0"/>
              </a:spcBef>
              <a:buNone/>
              <a:defRPr>
                <a:latin typeface="+mn-lt"/>
              </a:defRPr>
            </a:lvl5pPr>
            <a:lvl6pPr marL="0" indent="0">
              <a:spcBef>
                <a:spcPts val="0"/>
              </a:spcBef>
              <a:buNone/>
              <a:defRPr>
                <a:latin typeface="+mn-lt"/>
              </a:defRPr>
            </a:lvl6pPr>
            <a:lvl7pPr marL="0" indent="0">
              <a:spcBef>
                <a:spcPts val="0"/>
              </a:spcBef>
              <a:buNone/>
              <a:defRPr>
                <a:latin typeface="+mn-lt"/>
              </a:defRPr>
            </a:lvl7pPr>
            <a:lvl8pPr marL="0" indent="0">
              <a:spcBef>
                <a:spcPts val="0"/>
              </a:spcBef>
              <a:buNone/>
              <a:defRPr>
                <a:latin typeface="+mn-lt"/>
              </a:defRPr>
            </a:lvl8pPr>
            <a:lvl9pPr marL="0" indent="0">
              <a:spcBef>
                <a:spcPts val="0"/>
              </a:spcBef>
              <a:buNone/>
              <a:defRPr>
                <a:latin typeface="+mn-lt"/>
              </a:defRPr>
            </a:lvl9pPr>
          </a:lstStyle>
          <a:p>
            <a:pPr lvl="0"/>
            <a:r>
              <a:t>Click to add text</a:t>
            </a:r>
          </a:p>
        </p:txBody>
      </p:sp>
      <p:sp>
        <p:nvSpPr>
          <p:cNvPr id="11" name="Text Placeholder 2">
            <a:extLst>
              <a:ext uri="{FF2B5EF4-FFF2-40B4-BE49-F238E27FC236}">
                <a16:creationId xmlns:a16="http://schemas.microsoft.com/office/drawing/2014/main" id="{A7161F39-169A-432A-9FBA-1012BDECF199}"/>
              </a:ext>
            </a:extLst>
          </p:cNvPr>
          <p:cNvSpPr>
            <a:spLocks noGrp="1"/>
          </p:cNvSpPr>
          <p:nvPr>
            <p:ph type="body" sz="quarter" idx="27" hasCustomPrompt="1"/>
          </p:nvPr>
        </p:nvSpPr>
        <p:spPr>
          <a:xfrm>
            <a:off x="824202" y="1716833"/>
            <a:ext cx="10091683" cy="4483948"/>
          </a:xfrm>
          <a:prstGeom prst="rect">
            <a:avLst/>
          </a:prstGeom>
        </p:spPr>
        <p:txBody>
          <a:bodyPr vert="horz" tIns="0">
            <a:noAutofit/>
          </a:bodyPr>
          <a:lstStyle>
            <a:lvl1pPr marL="207955" indent="-207955">
              <a:lnSpc>
                <a:spcPct val="100000"/>
              </a:lnSpc>
              <a:spcBef>
                <a:spcPts val="1800"/>
              </a:spcBef>
              <a:buClr>
                <a:schemeClr val="accent1"/>
              </a:buClr>
              <a:buSzPct val="100000"/>
              <a:buFont typeface="Arial" panose="020B0604020202020204" pitchFamily="34" charset="0"/>
              <a:buChar char="•"/>
              <a:defRPr sz="2000">
                <a:latin typeface="+mn-lt"/>
              </a:defRPr>
            </a:lvl1pPr>
            <a:lvl2pPr marL="450570" indent="-173296">
              <a:lnSpc>
                <a:spcPct val="100000"/>
              </a:lnSpc>
              <a:buClr>
                <a:schemeClr val="accent1"/>
              </a:buClr>
              <a:buSzPct val="100000"/>
              <a:buFont typeface="Arial" panose="020B0604020202020204" pitchFamily="34" charset="0"/>
              <a:buChar char="•"/>
              <a:defRPr sz="1800">
                <a:latin typeface="+mn-lt"/>
              </a:defRPr>
            </a:lvl2pPr>
            <a:lvl3pPr marL="731520" indent="-173296">
              <a:lnSpc>
                <a:spcPct val="100000"/>
              </a:lnSpc>
              <a:buClr>
                <a:schemeClr val="accent1"/>
              </a:buClr>
              <a:buSzPct val="100000"/>
              <a:buFont typeface="Arial" panose="020B0604020202020204" pitchFamily="34" charset="0"/>
              <a:buChar char="•"/>
              <a:defRPr sz="1600">
                <a:latin typeface="+mn-lt"/>
              </a:defRPr>
            </a:lvl3pPr>
            <a:lvl4pPr marL="731520" indent="-173296">
              <a:lnSpc>
                <a:spcPct val="100000"/>
              </a:lnSpc>
              <a:buClr>
                <a:schemeClr val="accent1"/>
              </a:buClr>
              <a:buSzPct val="100000"/>
              <a:buFont typeface="Arial" panose="020B0604020202020204" pitchFamily="34" charset="0"/>
              <a:buChar char="•"/>
              <a:defRPr sz="1600">
                <a:latin typeface="+mn-lt"/>
              </a:defRPr>
            </a:lvl4pPr>
            <a:lvl5pPr marL="558224" indent="0">
              <a:lnSpc>
                <a:spcPct val="100000"/>
              </a:lnSpc>
              <a:buClr>
                <a:schemeClr val="accent1"/>
              </a:buClr>
              <a:buSzPct val="100000"/>
              <a:buFont typeface="Arial" panose="020B0604020202020204" pitchFamily="34" charset="0"/>
              <a:buNone/>
              <a:defRPr sz="1600">
                <a:latin typeface="+mn-lt"/>
              </a:defRPr>
            </a:lvl5pPr>
            <a:lvl6pPr marL="731520">
              <a:lnSpc>
                <a:spcPct val="100000"/>
              </a:lnSpc>
              <a:buClr>
                <a:schemeClr val="accent2"/>
              </a:buClr>
              <a:buSzPct val="100000"/>
              <a:defRPr sz="1600">
                <a:latin typeface="+mn-lt"/>
              </a:defRPr>
            </a:lvl6pPr>
            <a:lvl7pPr marL="731520">
              <a:lnSpc>
                <a:spcPct val="100000"/>
              </a:lnSpc>
              <a:buClr>
                <a:schemeClr val="accent2"/>
              </a:buClr>
              <a:buSzPct val="100000"/>
              <a:defRPr sz="1600">
                <a:latin typeface="+mn-lt"/>
              </a:defRPr>
            </a:lvl7pPr>
            <a:lvl8pPr marL="731520">
              <a:lnSpc>
                <a:spcPct val="100000"/>
              </a:lnSpc>
              <a:buClr>
                <a:schemeClr val="accent2"/>
              </a:buClr>
              <a:buSzPct val="100000"/>
              <a:defRPr sz="1600">
                <a:latin typeface="+mn-lt"/>
              </a:defRPr>
            </a:lvl8pPr>
            <a:lvl9pPr marL="731520">
              <a:lnSpc>
                <a:spcPct val="100000"/>
              </a:lnSpc>
              <a:buClr>
                <a:schemeClr val="accent2"/>
              </a:buClr>
              <a:buSzPct val="100000"/>
              <a:defRPr sz="1600">
                <a:latin typeface="+mn-lt"/>
              </a:defRPr>
            </a:lvl9pPr>
          </a:lstStyle>
          <a:p>
            <a:pPr marL="210312" marR="0" lvl="0" indent="-210312" algn="l" defTabSz="914400" rtl="0" eaLnBrk="1" fontAlgn="auto" latinLnBrk="0" hangingPunct="1">
              <a:lnSpc>
                <a:spcPct val="100000"/>
              </a:lnSpc>
              <a:spcBef>
                <a:spcPts val="1800"/>
              </a:spcBef>
              <a:spcAft>
                <a:spcPts val="0"/>
              </a:spcAft>
              <a:buClr>
                <a:srgbClr val="FF6012"/>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Click to add text or choose an icon below to insert other contents; turn bullets on or off from the Home tab </a:t>
            </a:r>
          </a:p>
          <a:p>
            <a:pPr marL="448056" marR="0" lvl="1" indent="-173736"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Second level</a:t>
            </a:r>
          </a:p>
          <a:p>
            <a:pPr marL="731520" marR="0" lvl="2" indent="-173736"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Third level</a:t>
            </a:r>
          </a:p>
          <a:p>
            <a:pPr marL="914400" marR="0" lvl="3" indent="-168275"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Fourth level</a:t>
            </a:r>
          </a:p>
          <a:p>
            <a:pPr marL="1082675" marR="0" lvl="4" indent="-168275"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Fifth level</a:t>
            </a:r>
          </a:p>
        </p:txBody>
      </p:sp>
      <p:sp>
        <p:nvSpPr>
          <p:cNvPr id="5" name="Slide Number Placeholder 4">
            <a:extLst>
              <a:ext uri="{FF2B5EF4-FFF2-40B4-BE49-F238E27FC236}">
                <a16:creationId xmlns:a16="http://schemas.microsoft.com/office/drawing/2014/main" id="{26CB30C2-E1E5-B9F3-1592-635F4F40C0CD}"/>
              </a:ext>
            </a:extLst>
          </p:cNvPr>
          <p:cNvSpPr>
            <a:spLocks noGrp="1"/>
          </p:cNvSpPr>
          <p:nvPr>
            <p:ph type="sldNum" sz="quarter" idx="30"/>
          </p:nvPr>
        </p:nvSpPr>
        <p:spPr/>
        <p:txBody>
          <a:bodyPr/>
          <a:lstStyle/>
          <a:p>
            <a:fld id="{A3E11DDA-83B4-4A53-8CAA-D5B2A53562D2}" type="slidenum">
              <a:rPr lang="en-SG" smtClean="0"/>
              <a:t>‹#›</a:t>
            </a:fld>
            <a:endParaRPr lang="en-SG"/>
          </a:p>
        </p:txBody>
      </p:sp>
    </p:spTree>
    <p:extLst>
      <p:ext uri="{BB962C8B-B14F-4D97-AF65-F5344CB8AC3E}">
        <p14:creationId xmlns:p14="http://schemas.microsoft.com/office/powerpoint/2010/main" val="19403286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_Purple">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A2E67492-3306-BCC7-8136-F35438BD7E0F}"/>
              </a:ext>
            </a:extLst>
          </p:cNvPr>
          <p:cNvSpPr/>
          <p:nvPr>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3" name="Title 2">
            <a:extLst>
              <a:ext uri="{FF2B5EF4-FFF2-40B4-BE49-F238E27FC236}">
                <a16:creationId xmlns:a16="http://schemas.microsoft.com/office/drawing/2014/main" id="{892C0073-E95C-B8DB-8FF3-3C792CE2A049}"/>
              </a:ext>
            </a:extLst>
          </p:cNvPr>
          <p:cNvSpPr>
            <a:spLocks noGrp="1"/>
          </p:cNvSpPr>
          <p:nvPr>
            <p:ph type="title"/>
          </p:nvPr>
        </p:nvSpPr>
        <p:spPr/>
        <p:txBody>
          <a:bodyPr/>
          <a:lstStyle/>
          <a:p>
            <a:r>
              <a:rPr lang="en-US"/>
              <a:t>Click to edit Master title style</a:t>
            </a:r>
            <a:endParaRPr/>
          </a:p>
        </p:txBody>
      </p:sp>
      <p:sp>
        <p:nvSpPr>
          <p:cNvPr id="15" name="Text Placeholder 2">
            <a:extLst>
              <a:ext uri="{FF2B5EF4-FFF2-40B4-BE49-F238E27FC236}">
                <a16:creationId xmlns:a16="http://schemas.microsoft.com/office/drawing/2014/main" id="{257E3BC0-FA77-4374-9FBB-45C7176F3BF2}"/>
              </a:ext>
            </a:extLst>
          </p:cNvPr>
          <p:cNvSpPr>
            <a:spLocks noGrp="1"/>
          </p:cNvSpPr>
          <p:nvPr>
            <p:ph type="body" sz="quarter" idx="27" hasCustomPrompt="1"/>
          </p:nvPr>
        </p:nvSpPr>
        <p:spPr>
          <a:xfrm>
            <a:off x="824203" y="1735493"/>
            <a:ext cx="4846320" cy="4465287"/>
          </a:xfrm>
          <a:prstGeom prst="rect">
            <a:avLst/>
          </a:prstGeom>
        </p:spPr>
        <p:txBody>
          <a:bodyPr wrap="square" lIns="0" tIns="0" rIns="0" bIns="0">
            <a:noAutofit/>
          </a:bodyPr>
          <a:lstStyle>
            <a:lvl1pPr>
              <a:spcBef>
                <a:spcPts val="1800"/>
              </a:spcBef>
              <a:buClr>
                <a:schemeClr val="accent1"/>
              </a:buClr>
              <a:buSzPct val="100000"/>
              <a:defRPr sz="2000"/>
            </a:lvl1pPr>
            <a:lvl2pPr>
              <a:buClr>
                <a:schemeClr val="accent1"/>
              </a:buClr>
              <a:buSzPct val="100000"/>
              <a:defRPr sz="1800">
                <a:latin typeface="Arial" panose="020B0604020202020204" pitchFamily="34" charset="0"/>
              </a:defRPr>
            </a:lvl2pPr>
            <a:lvl3pPr>
              <a:buClr>
                <a:schemeClr val="accent1"/>
              </a:buClr>
              <a:buSzPct val="100000"/>
              <a:defRPr sz="1600">
                <a:latin typeface="Arial" panose="020B0604020202020204" pitchFamily="34" charset="0"/>
              </a:defRPr>
            </a:lvl3pPr>
            <a:lvl4pPr>
              <a:buClr>
                <a:schemeClr val="accent1"/>
              </a:buClr>
              <a:buSzPct val="100000"/>
              <a:defRPr sz="1600">
                <a:latin typeface="Arial" panose="020B0604020202020204" pitchFamily="34" charset="0"/>
              </a:defRPr>
            </a:lvl4pPr>
            <a:lvl5pPr marL="557784" indent="0">
              <a:buClr>
                <a:schemeClr val="accent1"/>
              </a:buClr>
              <a:buSzPct val="100000"/>
              <a:buNone/>
              <a:defRPr sz="1600">
                <a:latin typeface="Arial" panose="020B0604020202020204" pitchFamily="34" charset="0"/>
              </a:defRPr>
            </a:lvl5pPr>
            <a:lvl6pPr>
              <a:buClr>
                <a:schemeClr val="accent2"/>
              </a:buClr>
              <a:buSzPct val="100000"/>
              <a:defRPr sz="1600"/>
            </a:lvl6pPr>
            <a:lvl7pPr>
              <a:buClr>
                <a:schemeClr val="accent2"/>
              </a:buClr>
              <a:buSzPct val="100000"/>
              <a:defRPr sz="1600"/>
            </a:lvl7pPr>
            <a:lvl8pPr>
              <a:buClr>
                <a:schemeClr val="accent2"/>
              </a:buClr>
              <a:buSzPct val="100000"/>
              <a:defRPr sz="1600"/>
            </a:lvl8pPr>
            <a:lvl9pPr>
              <a:buClr>
                <a:schemeClr val="accent2"/>
              </a:buClr>
              <a:buSzPct val="100000"/>
              <a:defRPr sz="1600"/>
            </a:lvl9pPr>
          </a:lstStyle>
          <a:p>
            <a:pPr marL="210312" marR="0" lvl="0" indent="-210312" algn="l" defTabSz="914400" rtl="0" eaLnBrk="1" fontAlgn="auto" latinLnBrk="0" hangingPunct="1">
              <a:lnSpc>
                <a:spcPct val="100000"/>
              </a:lnSpc>
              <a:spcBef>
                <a:spcPts val="1800"/>
              </a:spcBef>
              <a:spcAft>
                <a:spcPts val="0"/>
              </a:spcAft>
              <a:buClr>
                <a:srgbClr val="FF6012"/>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Click to add text or choose an icon below to insert other contents; turn bullets on or off from the Home tab </a:t>
            </a:r>
          </a:p>
          <a:p>
            <a:pPr marL="448056" marR="0" lvl="1" indent="-173736"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Second level</a:t>
            </a:r>
          </a:p>
          <a:p>
            <a:pPr marL="731520" marR="0" lvl="2" indent="-173736"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Third level</a:t>
            </a:r>
          </a:p>
          <a:p>
            <a:pPr marL="914400" marR="0" lvl="3" indent="-168275"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Fourth level</a:t>
            </a:r>
          </a:p>
          <a:p>
            <a:pPr marL="1082675" marR="0" lvl="4" indent="-168275"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Fifth level</a:t>
            </a:r>
          </a:p>
          <a:p>
            <a:pPr marL="731520" marR="0" lvl="4" indent="-173736"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endParaRPr dirty="0"/>
          </a:p>
        </p:txBody>
      </p:sp>
      <p:sp>
        <p:nvSpPr>
          <p:cNvPr id="7" name="Text Placeholder 2">
            <a:extLst>
              <a:ext uri="{FF2B5EF4-FFF2-40B4-BE49-F238E27FC236}">
                <a16:creationId xmlns:a16="http://schemas.microsoft.com/office/drawing/2014/main" id="{959969B4-74C3-4F8D-A8A2-74213474B08F}"/>
              </a:ext>
            </a:extLst>
          </p:cNvPr>
          <p:cNvSpPr>
            <a:spLocks noGrp="1"/>
          </p:cNvSpPr>
          <p:nvPr>
            <p:ph type="body" sz="quarter" idx="28" hasCustomPrompt="1"/>
          </p:nvPr>
        </p:nvSpPr>
        <p:spPr>
          <a:xfrm>
            <a:off x="5892857" y="1735492"/>
            <a:ext cx="4846320" cy="4465287"/>
          </a:xfrm>
          <a:prstGeom prst="rect">
            <a:avLst/>
          </a:prstGeom>
        </p:spPr>
        <p:txBody>
          <a:bodyPr wrap="square" lIns="0" tIns="0" rIns="0" bIns="0">
            <a:noAutofit/>
          </a:bodyPr>
          <a:lstStyle>
            <a:lvl1pPr>
              <a:spcBef>
                <a:spcPts val="1800"/>
              </a:spcBef>
              <a:buClr>
                <a:schemeClr val="accent1"/>
              </a:buClr>
              <a:buSzPct val="100000"/>
              <a:defRPr sz="2000"/>
            </a:lvl1pPr>
            <a:lvl2pPr>
              <a:buClr>
                <a:schemeClr val="accent1"/>
              </a:buClr>
              <a:buSzPct val="100000"/>
              <a:defRPr sz="1800">
                <a:latin typeface="Arial" panose="020B0604020202020204" pitchFamily="34" charset="0"/>
              </a:defRPr>
            </a:lvl2pPr>
            <a:lvl3pPr>
              <a:buClr>
                <a:schemeClr val="accent1"/>
              </a:buClr>
              <a:buSzPct val="100000"/>
              <a:defRPr sz="1600">
                <a:latin typeface="Arial" panose="020B0604020202020204" pitchFamily="34" charset="0"/>
              </a:defRPr>
            </a:lvl3pPr>
            <a:lvl4pPr>
              <a:buClr>
                <a:schemeClr val="accent1"/>
              </a:buClr>
              <a:buSzPct val="100000"/>
              <a:defRPr sz="1600">
                <a:latin typeface="Arial" panose="020B0604020202020204" pitchFamily="34" charset="0"/>
              </a:defRPr>
            </a:lvl4pPr>
            <a:lvl5pPr marL="1109095" indent="0">
              <a:buClr>
                <a:schemeClr val="accent1"/>
              </a:buClr>
              <a:buSzPct val="100000"/>
              <a:buNone/>
              <a:defRPr sz="1600">
                <a:latin typeface="Arial" panose="020B0604020202020204" pitchFamily="34" charset="0"/>
              </a:defRPr>
            </a:lvl5pPr>
            <a:lvl6pPr>
              <a:buClr>
                <a:schemeClr val="accent2"/>
              </a:buClr>
              <a:buSzPct val="100000"/>
              <a:defRPr sz="1600"/>
            </a:lvl6pPr>
            <a:lvl7pPr>
              <a:buClr>
                <a:schemeClr val="accent2"/>
              </a:buClr>
              <a:buSzPct val="100000"/>
              <a:defRPr sz="1600"/>
            </a:lvl7pPr>
            <a:lvl8pPr>
              <a:buClr>
                <a:schemeClr val="accent2"/>
              </a:buClr>
              <a:buSzPct val="100000"/>
              <a:defRPr sz="1600"/>
            </a:lvl8pPr>
            <a:lvl9pPr>
              <a:buClr>
                <a:schemeClr val="accent2"/>
              </a:buClr>
              <a:buSzPct val="100000"/>
              <a:defRPr sz="1600"/>
            </a:lvl9pPr>
          </a:lstStyle>
          <a:p>
            <a:pPr marL="210312" marR="0" lvl="0" indent="-210312" algn="l" defTabSz="914400" rtl="0" eaLnBrk="1" fontAlgn="auto" latinLnBrk="0" hangingPunct="1">
              <a:lnSpc>
                <a:spcPct val="100000"/>
              </a:lnSpc>
              <a:spcBef>
                <a:spcPts val="1800"/>
              </a:spcBef>
              <a:spcAft>
                <a:spcPts val="0"/>
              </a:spcAft>
              <a:buClr>
                <a:srgbClr val="FF6012"/>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Click to add text or choose an icon below to insert other contents; turn bullets on or off from the Home tab </a:t>
            </a:r>
          </a:p>
          <a:p>
            <a:pPr marL="448056" marR="0" lvl="1" indent="-173736"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Second level</a:t>
            </a:r>
          </a:p>
          <a:p>
            <a:pPr marL="731520" marR="0" lvl="2" indent="-173736"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Third level</a:t>
            </a:r>
          </a:p>
          <a:p>
            <a:pPr marL="914400" marR="0" lvl="3" indent="-168275"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Fourth level</a:t>
            </a:r>
          </a:p>
          <a:p>
            <a:pPr marL="1082675" marR="0" lvl="4" indent="-168275"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Fifth level</a:t>
            </a:r>
          </a:p>
        </p:txBody>
      </p:sp>
      <p:sp>
        <p:nvSpPr>
          <p:cNvPr id="6" name="Slide Number Placeholder 5">
            <a:extLst>
              <a:ext uri="{FF2B5EF4-FFF2-40B4-BE49-F238E27FC236}">
                <a16:creationId xmlns:a16="http://schemas.microsoft.com/office/drawing/2014/main" id="{7A153E99-90AC-727A-8785-762BB62DC0D8}"/>
              </a:ext>
            </a:extLst>
          </p:cNvPr>
          <p:cNvSpPr>
            <a:spLocks noGrp="1"/>
          </p:cNvSpPr>
          <p:nvPr>
            <p:ph type="sldNum" sz="quarter" idx="31"/>
          </p:nvPr>
        </p:nvSpPr>
        <p:spPr/>
        <p:txBody>
          <a:bodyPr/>
          <a:lstStyle/>
          <a:p>
            <a:fld id="{A3E11DDA-83B4-4A53-8CAA-D5B2A53562D2}" type="slidenum">
              <a:rPr lang="en-SG" smtClean="0"/>
              <a:t>‹#›</a:t>
            </a:fld>
            <a:endParaRPr lang="en-SG"/>
          </a:p>
        </p:txBody>
      </p:sp>
    </p:spTree>
    <p:extLst>
      <p:ext uri="{BB962C8B-B14F-4D97-AF65-F5344CB8AC3E}">
        <p14:creationId xmlns:p14="http://schemas.microsoft.com/office/powerpoint/2010/main" val="15262839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ntent_Black">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E8574929-B0CA-DD13-D8EB-0B57B36855A1}"/>
              </a:ext>
            </a:extLst>
          </p:cNvPr>
          <p:cNvSpPr/>
          <p:nvPr>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2" name="Title 1">
            <a:extLst>
              <a:ext uri="{FF2B5EF4-FFF2-40B4-BE49-F238E27FC236}">
                <a16:creationId xmlns:a16="http://schemas.microsoft.com/office/drawing/2014/main" id="{0943246F-3991-824B-41B5-0690346530C5}"/>
              </a:ext>
            </a:extLst>
          </p:cNvPr>
          <p:cNvSpPr>
            <a:spLocks noGrp="1"/>
          </p:cNvSpPr>
          <p:nvPr>
            <p:ph type="title"/>
          </p:nvPr>
        </p:nvSpPr>
        <p:spPr/>
        <p:txBody>
          <a:bodyPr/>
          <a:lstStyle>
            <a:lvl1pPr>
              <a:defRPr>
                <a:solidFill>
                  <a:schemeClr val="tx1"/>
                </a:solidFill>
              </a:defRPr>
            </a:lvl1pPr>
          </a:lstStyle>
          <a:p>
            <a:r>
              <a:rPr lang="en-US"/>
              <a:t>Click to edit Master title style</a:t>
            </a:r>
            <a:endParaRPr/>
          </a:p>
        </p:txBody>
      </p:sp>
      <p:sp>
        <p:nvSpPr>
          <p:cNvPr id="15" name="Text Placeholder 2">
            <a:extLst>
              <a:ext uri="{FF2B5EF4-FFF2-40B4-BE49-F238E27FC236}">
                <a16:creationId xmlns:a16="http://schemas.microsoft.com/office/drawing/2014/main" id="{257E3BC0-FA77-4374-9FBB-45C7176F3BF2}"/>
              </a:ext>
            </a:extLst>
          </p:cNvPr>
          <p:cNvSpPr>
            <a:spLocks noGrp="1"/>
          </p:cNvSpPr>
          <p:nvPr>
            <p:ph type="body" sz="quarter" idx="27" hasCustomPrompt="1"/>
          </p:nvPr>
        </p:nvSpPr>
        <p:spPr>
          <a:xfrm>
            <a:off x="824203" y="1735493"/>
            <a:ext cx="4846320" cy="4465287"/>
          </a:xfrm>
          <a:prstGeom prst="rect">
            <a:avLst/>
          </a:prstGeom>
        </p:spPr>
        <p:txBody>
          <a:bodyPr wrap="square" lIns="0" tIns="0" rIns="0" bIns="0">
            <a:noAutofit/>
          </a:bodyPr>
          <a:lstStyle>
            <a:lvl1pPr>
              <a:spcBef>
                <a:spcPts val="1800"/>
              </a:spcBef>
              <a:buClr>
                <a:schemeClr val="accent1"/>
              </a:buClr>
              <a:buSzPct val="100000"/>
              <a:defRPr sz="2000"/>
            </a:lvl1pPr>
            <a:lvl2pPr>
              <a:buClr>
                <a:schemeClr val="accent1"/>
              </a:buClr>
              <a:buSzPct val="100000"/>
              <a:defRPr sz="1800">
                <a:latin typeface="+mn-lt"/>
              </a:defRPr>
            </a:lvl2pPr>
            <a:lvl3pPr marL="557784" indent="0">
              <a:buClr>
                <a:schemeClr val="accent1"/>
              </a:buClr>
              <a:buSzPct val="100000"/>
              <a:buNone/>
              <a:defRPr sz="1600">
                <a:latin typeface="+mn-lt"/>
              </a:defRPr>
            </a:lvl3pPr>
            <a:lvl4pPr marL="1030288" indent="-473075">
              <a:buClr>
                <a:schemeClr val="accent1"/>
              </a:buClr>
              <a:buSzPct val="100000"/>
              <a:defRPr sz="1600">
                <a:latin typeface="+mn-lt"/>
              </a:defRPr>
            </a:lvl4pPr>
            <a:lvl5pPr>
              <a:buClr>
                <a:schemeClr val="accent1"/>
              </a:buClr>
              <a:buSzPct val="100000"/>
              <a:defRPr sz="1600">
                <a:latin typeface="+mn-lt"/>
              </a:defRPr>
            </a:lvl5pPr>
            <a:lvl6pPr>
              <a:buClr>
                <a:schemeClr val="accent2"/>
              </a:buClr>
              <a:buSzPct val="100000"/>
              <a:defRPr sz="1600">
                <a:latin typeface="+mn-lt"/>
              </a:defRPr>
            </a:lvl6pPr>
            <a:lvl7pPr>
              <a:buClr>
                <a:schemeClr val="accent2"/>
              </a:buClr>
              <a:buSzPct val="100000"/>
              <a:defRPr sz="1600">
                <a:latin typeface="+mn-lt"/>
              </a:defRPr>
            </a:lvl7pPr>
            <a:lvl8pPr>
              <a:buClr>
                <a:schemeClr val="accent2"/>
              </a:buClr>
              <a:buSzPct val="100000"/>
              <a:defRPr sz="1600">
                <a:latin typeface="+mn-lt"/>
              </a:defRPr>
            </a:lvl8pPr>
            <a:lvl9pPr>
              <a:buClr>
                <a:schemeClr val="accent2"/>
              </a:buClr>
              <a:buSzPct val="100000"/>
              <a:defRPr sz="1600">
                <a:latin typeface="+mn-lt"/>
              </a:defRPr>
            </a:lvl9pPr>
          </a:lstStyle>
          <a:p>
            <a:pPr marL="210312" marR="0" lvl="0" indent="-210312" algn="l" defTabSz="914400" rtl="0" eaLnBrk="1" fontAlgn="auto" latinLnBrk="0" hangingPunct="1">
              <a:lnSpc>
                <a:spcPct val="100000"/>
              </a:lnSpc>
              <a:spcBef>
                <a:spcPts val="1800"/>
              </a:spcBef>
              <a:spcAft>
                <a:spcPts val="0"/>
              </a:spcAft>
              <a:buClr>
                <a:srgbClr val="FF6012"/>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Click to add text or choose an icon below to insert other contents; turn bullets on or off from the Home tab </a:t>
            </a:r>
          </a:p>
          <a:p>
            <a:pPr marL="448056" marR="0" lvl="1" indent="-173736"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Second level</a:t>
            </a:r>
          </a:p>
          <a:p>
            <a:pPr marL="731520" marR="0" lvl="2" indent="-173736"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Third level</a:t>
            </a:r>
          </a:p>
          <a:p>
            <a:pPr marL="914400" marR="0" lvl="3" indent="-168275"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Fourth level</a:t>
            </a:r>
          </a:p>
          <a:p>
            <a:pPr marL="1082675" marR="0" lvl="4" indent="-168275"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Fifth level</a:t>
            </a:r>
          </a:p>
          <a:p>
            <a:pPr marL="1282391" lvl="4" indent="-173296">
              <a:lnSpc>
                <a:spcPct val="130000"/>
              </a:lnSpc>
              <a:buClr>
                <a:schemeClr val="accent5"/>
              </a:buClr>
              <a:buSzPct val="135000"/>
              <a:buFont typeface="Arial" panose="020B0604020202020204" pitchFamily="34" charset="0"/>
              <a:buChar char="•"/>
            </a:pPr>
            <a:endParaRPr dirty="0"/>
          </a:p>
        </p:txBody>
      </p:sp>
      <p:sp>
        <p:nvSpPr>
          <p:cNvPr id="7" name="Text Placeholder 2">
            <a:extLst>
              <a:ext uri="{FF2B5EF4-FFF2-40B4-BE49-F238E27FC236}">
                <a16:creationId xmlns:a16="http://schemas.microsoft.com/office/drawing/2014/main" id="{959969B4-74C3-4F8D-A8A2-74213474B08F}"/>
              </a:ext>
            </a:extLst>
          </p:cNvPr>
          <p:cNvSpPr>
            <a:spLocks noGrp="1"/>
          </p:cNvSpPr>
          <p:nvPr>
            <p:ph type="body" sz="quarter" idx="28" hasCustomPrompt="1"/>
          </p:nvPr>
        </p:nvSpPr>
        <p:spPr>
          <a:xfrm>
            <a:off x="5892857" y="1735492"/>
            <a:ext cx="4846320" cy="4465287"/>
          </a:xfrm>
          <a:prstGeom prst="rect">
            <a:avLst/>
          </a:prstGeom>
        </p:spPr>
        <p:txBody>
          <a:bodyPr wrap="square" lIns="0" tIns="0" rIns="0" bIns="0">
            <a:noAutofit/>
          </a:bodyPr>
          <a:lstStyle>
            <a:lvl1pPr>
              <a:spcBef>
                <a:spcPts val="1800"/>
              </a:spcBef>
              <a:buClr>
                <a:schemeClr val="accent1"/>
              </a:buClr>
              <a:buSzPct val="100000"/>
              <a:defRPr sz="2000"/>
            </a:lvl1pPr>
            <a:lvl2pPr>
              <a:buClr>
                <a:schemeClr val="accent1"/>
              </a:buClr>
              <a:buSzPct val="100000"/>
              <a:defRPr sz="1800">
                <a:latin typeface="+mn-lt"/>
              </a:defRPr>
            </a:lvl2pPr>
            <a:lvl3pPr>
              <a:buClr>
                <a:schemeClr val="accent1"/>
              </a:buClr>
              <a:buSzPct val="100000"/>
              <a:defRPr sz="1600">
                <a:latin typeface="+mn-lt"/>
              </a:defRPr>
            </a:lvl3pPr>
            <a:lvl4pPr>
              <a:buClr>
                <a:schemeClr val="accent1"/>
              </a:buClr>
              <a:buSzPct val="100000"/>
              <a:defRPr sz="1600">
                <a:latin typeface="+mn-lt"/>
              </a:defRPr>
            </a:lvl4pPr>
            <a:lvl5pPr marL="1109095" indent="0">
              <a:buClr>
                <a:schemeClr val="accent1"/>
              </a:buClr>
              <a:buSzPct val="100000"/>
              <a:buNone/>
              <a:defRPr sz="1600">
                <a:latin typeface="+mn-lt"/>
              </a:defRPr>
            </a:lvl5pPr>
            <a:lvl6pPr>
              <a:buClr>
                <a:schemeClr val="accent2"/>
              </a:buClr>
              <a:buSzPct val="100000"/>
              <a:defRPr sz="1600">
                <a:latin typeface="+mn-lt"/>
              </a:defRPr>
            </a:lvl6pPr>
            <a:lvl7pPr>
              <a:buClr>
                <a:schemeClr val="accent2"/>
              </a:buClr>
              <a:buSzPct val="100000"/>
              <a:defRPr sz="1600">
                <a:latin typeface="+mn-lt"/>
              </a:defRPr>
            </a:lvl7pPr>
            <a:lvl8pPr>
              <a:buClr>
                <a:schemeClr val="accent2"/>
              </a:buClr>
              <a:buSzPct val="100000"/>
              <a:defRPr sz="1600">
                <a:latin typeface="+mn-lt"/>
              </a:defRPr>
            </a:lvl8pPr>
            <a:lvl9pPr>
              <a:buClr>
                <a:schemeClr val="accent2"/>
              </a:buClr>
              <a:buSzPct val="100000"/>
              <a:defRPr sz="1600">
                <a:latin typeface="+mn-lt"/>
              </a:defRPr>
            </a:lvl9pPr>
          </a:lstStyle>
          <a:p>
            <a:pPr marL="210312" marR="0" lvl="0" indent="-210312" algn="l" defTabSz="914400" rtl="0" eaLnBrk="1" fontAlgn="auto" latinLnBrk="0" hangingPunct="1">
              <a:lnSpc>
                <a:spcPct val="100000"/>
              </a:lnSpc>
              <a:spcBef>
                <a:spcPts val="1800"/>
              </a:spcBef>
              <a:spcAft>
                <a:spcPts val="0"/>
              </a:spcAft>
              <a:buClr>
                <a:srgbClr val="FF6012"/>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Click to add text or choose an icon below to insert other contents; turn bullets on or off from the Home tab </a:t>
            </a:r>
          </a:p>
          <a:p>
            <a:pPr marL="448056" marR="0" lvl="1" indent="-173736"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Second level</a:t>
            </a:r>
          </a:p>
          <a:p>
            <a:pPr marL="731520" marR="0" lvl="2" indent="-173736"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Third level</a:t>
            </a:r>
          </a:p>
          <a:p>
            <a:pPr marL="914400" marR="0" lvl="3" indent="-168275"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Fourth level</a:t>
            </a:r>
          </a:p>
          <a:p>
            <a:pPr marL="1082675" marR="0" lvl="4" indent="-168275"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Fifth level</a:t>
            </a:r>
          </a:p>
          <a:p>
            <a:pPr marL="1282391" lvl="4" indent="-173296">
              <a:lnSpc>
                <a:spcPct val="130000"/>
              </a:lnSpc>
              <a:buClr>
                <a:schemeClr val="accent5"/>
              </a:buClr>
              <a:buSzPct val="135000"/>
              <a:buFont typeface="Arial" panose="020B0604020202020204" pitchFamily="34" charset="0"/>
              <a:buChar char="•"/>
            </a:pPr>
            <a:endParaRPr dirty="0"/>
          </a:p>
        </p:txBody>
      </p:sp>
      <p:sp>
        <p:nvSpPr>
          <p:cNvPr id="5" name="Slide Number Placeholder 4">
            <a:extLst>
              <a:ext uri="{FF2B5EF4-FFF2-40B4-BE49-F238E27FC236}">
                <a16:creationId xmlns:a16="http://schemas.microsoft.com/office/drawing/2014/main" id="{43C99B79-AD77-EA74-0A00-C6DC9AAEF554}"/>
              </a:ext>
            </a:extLst>
          </p:cNvPr>
          <p:cNvSpPr>
            <a:spLocks noGrp="1"/>
          </p:cNvSpPr>
          <p:nvPr>
            <p:ph type="sldNum" sz="quarter" idx="31"/>
          </p:nvPr>
        </p:nvSpPr>
        <p:spPr/>
        <p:txBody>
          <a:bodyPr/>
          <a:lstStyle/>
          <a:p>
            <a:fld id="{A3E11DDA-83B4-4A53-8CAA-D5B2A53562D2}" type="slidenum">
              <a:rPr lang="en-SG" smtClean="0"/>
              <a:t>‹#›</a:t>
            </a:fld>
            <a:endParaRPr lang="en-SG"/>
          </a:p>
        </p:txBody>
      </p:sp>
    </p:spTree>
    <p:extLst>
      <p:ext uri="{BB962C8B-B14F-4D97-AF65-F5344CB8AC3E}">
        <p14:creationId xmlns:p14="http://schemas.microsoft.com/office/powerpoint/2010/main" val="319450983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hree Content_Purple">
    <p:spTree>
      <p:nvGrpSpPr>
        <p:cNvPr id="1" name=""/>
        <p:cNvGrpSpPr/>
        <p:nvPr/>
      </p:nvGrpSpPr>
      <p:grpSpPr>
        <a:xfrm>
          <a:off x="0" y="0"/>
          <a:ext cx="0" cy="0"/>
          <a:chOff x="0" y="0"/>
          <a:chExt cx="0" cy="0"/>
        </a:xfrm>
      </p:grpSpPr>
      <p:sp>
        <p:nvSpPr>
          <p:cNvPr id="6" name="Do not remove" hidden="1">
            <a:extLst>
              <a:ext uri="{FF2B5EF4-FFF2-40B4-BE49-F238E27FC236}">
                <a16:creationId xmlns:a16="http://schemas.microsoft.com/office/drawing/2014/main" id="{2784DFF1-4820-F541-10BE-1A8C2F81239D}"/>
              </a:ext>
            </a:extLst>
          </p:cNvPr>
          <p:cNvSpPr/>
          <p:nvPr>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5" name="Title 4">
            <a:extLst>
              <a:ext uri="{FF2B5EF4-FFF2-40B4-BE49-F238E27FC236}">
                <a16:creationId xmlns:a16="http://schemas.microsoft.com/office/drawing/2014/main" id="{BC3BB66C-08FD-22FC-4C8F-770E814E453E}"/>
              </a:ext>
            </a:extLst>
          </p:cNvPr>
          <p:cNvSpPr>
            <a:spLocks noGrp="1"/>
          </p:cNvSpPr>
          <p:nvPr>
            <p:ph type="title"/>
          </p:nvPr>
        </p:nvSpPr>
        <p:spPr/>
        <p:txBody>
          <a:bodyPr/>
          <a:lstStyle/>
          <a:p>
            <a:r>
              <a:rPr lang="en-US"/>
              <a:t>Click to edit Master title style</a:t>
            </a:r>
            <a:endParaRPr/>
          </a:p>
        </p:txBody>
      </p:sp>
      <p:sp>
        <p:nvSpPr>
          <p:cNvPr id="15" name="Text Placeholder 2">
            <a:extLst>
              <a:ext uri="{FF2B5EF4-FFF2-40B4-BE49-F238E27FC236}">
                <a16:creationId xmlns:a16="http://schemas.microsoft.com/office/drawing/2014/main" id="{257E3BC0-FA77-4374-9FBB-45C7176F3BF2}"/>
              </a:ext>
            </a:extLst>
          </p:cNvPr>
          <p:cNvSpPr>
            <a:spLocks noGrp="1"/>
          </p:cNvSpPr>
          <p:nvPr>
            <p:ph type="body" sz="quarter" idx="27" hasCustomPrompt="1"/>
          </p:nvPr>
        </p:nvSpPr>
        <p:spPr>
          <a:xfrm>
            <a:off x="824203" y="1735493"/>
            <a:ext cx="3200400" cy="4465287"/>
          </a:xfrm>
          <a:prstGeom prst="rect">
            <a:avLst/>
          </a:prstGeom>
        </p:spPr>
        <p:txBody>
          <a:bodyPr wrap="square" lIns="0" tIns="0" rIns="0" bIns="0">
            <a:noAutofit/>
          </a:bodyPr>
          <a:lstStyle>
            <a:lvl1pPr>
              <a:lnSpc>
                <a:spcPct val="100000"/>
              </a:lnSpc>
              <a:spcBef>
                <a:spcPts val="1800"/>
              </a:spcBef>
              <a:buClr>
                <a:schemeClr val="accent1"/>
              </a:buClr>
              <a:buSzPct val="100000"/>
              <a:defRPr sz="1800">
                <a:latin typeface="+mn-lt"/>
              </a:defRPr>
            </a:lvl1pPr>
            <a:lvl2pPr>
              <a:lnSpc>
                <a:spcPct val="100000"/>
              </a:lnSpc>
              <a:buClr>
                <a:schemeClr val="accent1"/>
              </a:buClr>
              <a:buSzPct val="100000"/>
              <a:defRPr sz="1600">
                <a:latin typeface="+mn-lt"/>
              </a:defRPr>
            </a:lvl2pPr>
            <a:lvl3pPr marL="731520">
              <a:lnSpc>
                <a:spcPct val="100000"/>
              </a:lnSpc>
              <a:buClr>
                <a:schemeClr val="accent1"/>
              </a:buClr>
              <a:buSzPct val="100000"/>
              <a:defRPr sz="1400">
                <a:latin typeface="+mn-lt"/>
              </a:defRPr>
            </a:lvl3pPr>
            <a:lvl4pPr marL="731520">
              <a:lnSpc>
                <a:spcPct val="100000"/>
              </a:lnSpc>
              <a:buClr>
                <a:schemeClr val="accent1"/>
              </a:buClr>
              <a:buSzPct val="100000"/>
              <a:defRPr sz="1400">
                <a:latin typeface="+mn-lt"/>
              </a:defRPr>
            </a:lvl4pPr>
            <a:lvl5pPr marL="731520">
              <a:lnSpc>
                <a:spcPct val="100000"/>
              </a:lnSpc>
              <a:buClr>
                <a:schemeClr val="accent1"/>
              </a:buClr>
              <a:buSzPct val="100000"/>
              <a:defRPr sz="1400">
                <a:latin typeface="+mn-lt"/>
              </a:defRPr>
            </a:lvl5pPr>
            <a:lvl6pPr marL="731520">
              <a:lnSpc>
                <a:spcPct val="100000"/>
              </a:lnSpc>
              <a:buClr>
                <a:schemeClr val="accent2"/>
              </a:buClr>
              <a:buSzPct val="100000"/>
              <a:defRPr sz="1400">
                <a:latin typeface="+mn-lt"/>
              </a:defRPr>
            </a:lvl6pPr>
            <a:lvl7pPr marL="731520">
              <a:lnSpc>
                <a:spcPct val="100000"/>
              </a:lnSpc>
              <a:buClr>
                <a:schemeClr val="accent2"/>
              </a:buClr>
              <a:buSzPct val="100000"/>
              <a:defRPr sz="1400">
                <a:latin typeface="+mn-lt"/>
              </a:defRPr>
            </a:lvl7pPr>
            <a:lvl8pPr marL="731520">
              <a:lnSpc>
                <a:spcPct val="100000"/>
              </a:lnSpc>
              <a:buClr>
                <a:schemeClr val="accent2"/>
              </a:buClr>
              <a:buSzPct val="100000"/>
              <a:defRPr sz="1400">
                <a:latin typeface="+mn-lt"/>
              </a:defRPr>
            </a:lvl8pPr>
            <a:lvl9pPr marL="731520">
              <a:lnSpc>
                <a:spcPct val="100000"/>
              </a:lnSpc>
              <a:buClr>
                <a:schemeClr val="accent2"/>
              </a:buClr>
              <a:buSzPct val="100000"/>
              <a:defRPr sz="1400">
                <a:latin typeface="+mn-lt"/>
              </a:defRPr>
            </a:lvl9pPr>
          </a:lstStyle>
          <a:p>
            <a:pPr marL="210312" marR="0" lvl="0" indent="-210312" algn="l" defTabSz="914400" rtl="0" eaLnBrk="1" fontAlgn="auto" latinLnBrk="0" hangingPunct="1">
              <a:lnSpc>
                <a:spcPct val="100000"/>
              </a:lnSpc>
              <a:spcBef>
                <a:spcPts val="1800"/>
              </a:spcBef>
              <a:spcAft>
                <a:spcPts val="0"/>
              </a:spcAft>
              <a:buClr>
                <a:srgbClr val="FF6012"/>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Click to edit master text</a:t>
            </a:r>
          </a:p>
          <a:p>
            <a:pPr marL="448056" marR="0" lvl="1" indent="-173736"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Second level</a:t>
            </a:r>
          </a:p>
          <a:p>
            <a:pPr marL="731520" marR="0" lvl="2" indent="-173736"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Third level</a:t>
            </a:r>
          </a:p>
          <a:p>
            <a:pPr marL="914400" marR="0" lvl="3" indent="-168275"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Fourth level</a:t>
            </a:r>
          </a:p>
          <a:p>
            <a:pPr marL="1082675" marR="0" lvl="4" indent="-168275"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Fifth level</a:t>
            </a:r>
          </a:p>
        </p:txBody>
      </p:sp>
      <p:sp>
        <p:nvSpPr>
          <p:cNvPr id="8" name="Text Placeholder 2">
            <a:extLst>
              <a:ext uri="{FF2B5EF4-FFF2-40B4-BE49-F238E27FC236}">
                <a16:creationId xmlns:a16="http://schemas.microsoft.com/office/drawing/2014/main" id="{DB05F207-FD8A-47F8-9F71-E1E451D8864E}"/>
              </a:ext>
            </a:extLst>
          </p:cNvPr>
          <p:cNvSpPr>
            <a:spLocks noGrp="1"/>
          </p:cNvSpPr>
          <p:nvPr>
            <p:ph type="body" sz="quarter" idx="29" hasCustomPrompt="1"/>
          </p:nvPr>
        </p:nvSpPr>
        <p:spPr>
          <a:xfrm>
            <a:off x="4187165" y="1735491"/>
            <a:ext cx="3200400" cy="4465287"/>
          </a:xfrm>
          <a:prstGeom prst="rect">
            <a:avLst/>
          </a:prstGeom>
        </p:spPr>
        <p:txBody>
          <a:bodyPr wrap="square" lIns="0" tIns="0" rIns="0" bIns="0">
            <a:noAutofit/>
          </a:bodyPr>
          <a:lstStyle>
            <a:lvl1pPr>
              <a:lnSpc>
                <a:spcPct val="100000"/>
              </a:lnSpc>
              <a:spcBef>
                <a:spcPts val="1800"/>
              </a:spcBef>
              <a:buClr>
                <a:schemeClr val="accent1"/>
              </a:buClr>
              <a:buSzPct val="100000"/>
              <a:defRPr sz="1800">
                <a:latin typeface="+mn-lt"/>
              </a:defRPr>
            </a:lvl1pPr>
            <a:lvl2pPr>
              <a:lnSpc>
                <a:spcPct val="100000"/>
              </a:lnSpc>
              <a:buClr>
                <a:schemeClr val="accent1"/>
              </a:buClr>
              <a:buSzPct val="100000"/>
              <a:defRPr sz="1600">
                <a:latin typeface="+mn-lt"/>
              </a:defRPr>
            </a:lvl2pPr>
            <a:lvl3pPr marL="731520">
              <a:lnSpc>
                <a:spcPct val="100000"/>
              </a:lnSpc>
              <a:buClr>
                <a:schemeClr val="accent1"/>
              </a:buClr>
              <a:buSzPct val="100000"/>
              <a:defRPr sz="1400">
                <a:latin typeface="+mn-lt"/>
              </a:defRPr>
            </a:lvl3pPr>
            <a:lvl4pPr marL="731520">
              <a:lnSpc>
                <a:spcPct val="100000"/>
              </a:lnSpc>
              <a:buClr>
                <a:schemeClr val="accent1"/>
              </a:buClr>
              <a:buSzPct val="100000"/>
              <a:defRPr sz="1400">
                <a:latin typeface="+mn-lt"/>
              </a:defRPr>
            </a:lvl4pPr>
            <a:lvl5pPr marL="731520">
              <a:lnSpc>
                <a:spcPct val="100000"/>
              </a:lnSpc>
              <a:buClr>
                <a:schemeClr val="accent1"/>
              </a:buClr>
              <a:buSzPct val="100000"/>
              <a:defRPr sz="1400">
                <a:latin typeface="+mn-lt"/>
              </a:defRPr>
            </a:lvl5pPr>
            <a:lvl6pPr marL="731520">
              <a:lnSpc>
                <a:spcPct val="100000"/>
              </a:lnSpc>
              <a:buClr>
                <a:schemeClr val="accent2"/>
              </a:buClr>
              <a:buSzPct val="100000"/>
              <a:defRPr sz="1400">
                <a:latin typeface="+mn-lt"/>
              </a:defRPr>
            </a:lvl6pPr>
            <a:lvl7pPr marL="731520">
              <a:lnSpc>
                <a:spcPct val="100000"/>
              </a:lnSpc>
              <a:buClr>
                <a:schemeClr val="accent2"/>
              </a:buClr>
              <a:buSzPct val="100000"/>
              <a:defRPr sz="1400">
                <a:latin typeface="+mn-lt"/>
              </a:defRPr>
            </a:lvl7pPr>
            <a:lvl8pPr marL="731520">
              <a:lnSpc>
                <a:spcPct val="100000"/>
              </a:lnSpc>
              <a:buClr>
                <a:schemeClr val="accent2"/>
              </a:buClr>
              <a:buSzPct val="100000"/>
              <a:defRPr sz="1400">
                <a:latin typeface="+mn-lt"/>
              </a:defRPr>
            </a:lvl8pPr>
            <a:lvl9pPr marL="731520">
              <a:lnSpc>
                <a:spcPct val="100000"/>
              </a:lnSpc>
              <a:buClr>
                <a:schemeClr val="accent2"/>
              </a:buClr>
              <a:buSzPct val="100000"/>
              <a:defRPr sz="1400">
                <a:latin typeface="+mn-lt"/>
              </a:defRPr>
            </a:lvl9pPr>
          </a:lstStyle>
          <a:p>
            <a:pPr marL="210312" marR="0" lvl="0" indent="-210312" algn="l" defTabSz="914400" rtl="0" eaLnBrk="1" fontAlgn="auto" latinLnBrk="0" hangingPunct="1">
              <a:lnSpc>
                <a:spcPct val="100000"/>
              </a:lnSpc>
              <a:spcBef>
                <a:spcPts val="1800"/>
              </a:spcBef>
              <a:spcAft>
                <a:spcPts val="0"/>
              </a:spcAft>
              <a:buClr>
                <a:srgbClr val="FF6012"/>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Click to edit master text</a:t>
            </a:r>
          </a:p>
          <a:p>
            <a:pPr marL="448056" marR="0" lvl="1" indent="-173736"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Second level</a:t>
            </a:r>
          </a:p>
          <a:p>
            <a:pPr marL="731520" marR="0" lvl="2" indent="-173736"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Third level</a:t>
            </a:r>
          </a:p>
          <a:p>
            <a:pPr marL="914400" marR="0" lvl="3" indent="-168275"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Fourth level</a:t>
            </a:r>
          </a:p>
          <a:p>
            <a:pPr marL="1082675" marR="0" lvl="4" indent="-168275"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Fifth level</a:t>
            </a:r>
          </a:p>
        </p:txBody>
      </p:sp>
      <p:sp>
        <p:nvSpPr>
          <p:cNvPr id="7" name="Text Placeholder 2">
            <a:extLst>
              <a:ext uri="{FF2B5EF4-FFF2-40B4-BE49-F238E27FC236}">
                <a16:creationId xmlns:a16="http://schemas.microsoft.com/office/drawing/2014/main" id="{959969B4-74C3-4F8D-A8A2-74213474B08F}"/>
              </a:ext>
            </a:extLst>
          </p:cNvPr>
          <p:cNvSpPr>
            <a:spLocks noGrp="1"/>
          </p:cNvSpPr>
          <p:nvPr>
            <p:ph type="body" sz="quarter" idx="28" hasCustomPrompt="1"/>
          </p:nvPr>
        </p:nvSpPr>
        <p:spPr>
          <a:xfrm>
            <a:off x="7550127" y="1735492"/>
            <a:ext cx="3200400" cy="4465287"/>
          </a:xfrm>
          <a:prstGeom prst="rect">
            <a:avLst/>
          </a:prstGeom>
        </p:spPr>
        <p:txBody>
          <a:bodyPr wrap="square" lIns="0" tIns="0" rIns="0" bIns="0">
            <a:noAutofit/>
          </a:bodyPr>
          <a:lstStyle>
            <a:lvl1pPr>
              <a:lnSpc>
                <a:spcPct val="100000"/>
              </a:lnSpc>
              <a:spcBef>
                <a:spcPts val="1800"/>
              </a:spcBef>
              <a:buClr>
                <a:schemeClr val="accent1"/>
              </a:buClr>
              <a:buSzPct val="100000"/>
              <a:defRPr sz="1800">
                <a:latin typeface="+mn-lt"/>
              </a:defRPr>
            </a:lvl1pPr>
            <a:lvl2pPr>
              <a:lnSpc>
                <a:spcPct val="100000"/>
              </a:lnSpc>
              <a:buClr>
                <a:schemeClr val="accent1"/>
              </a:buClr>
              <a:buSzPct val="100000"/>
              <a:defRPr sz="1600">
                <a:latin typeface="+mn-lt"/>
              </a:defRPr>
            </a:lvl2pPr>
            <a:lvl3pPr marL="731520">
              <a:lnSpc>
                <a:spcPct val="100000"/>
              </a:lnSpc>
              <a:buClr>
                <a:schemeClr val="accent1"/>
              </a:buClr>
              <a:buSzPct val="100000"/>
              <a:defRPr sz="1400">
                <a:latin typeface="+mn-lt"/>
              </a:defRPr>
            </a:lvl3pPr>
            <a:lvl4pPr marL="731520">
              <a:lnSpc>
                <a:spcPct val="100000"/>
              </a:lnSpc>
              <a:buClr>
                <a:schemeClr val="accent1"/>
              </a:buClr>
              <a:buSzPct val="100000"/>
              <a:defRPr sz="1400">
                <a:latin typeface="+mn-lt"/>
              </a:defRPr>
            </a:lvl4pPr>
            <a:lvl5pPr marL="731520">
              <a:lnSpc>
                <a:spcPct val="100000"/>
              </a:lnSpc>
              <a:buClr>
                <a:schemeClr val="accent1"/>
              </a:buClr>
              <a:buSzPct val="100000"/>
              <a:defRPr sz="1400">
                <a:latin typeface="+mn-lt"/>
              </a:defRPr>
            </a:lvl5pPr>
            <a:lvl6pPr marL="731520">
              <a:lnSpc>
                <a:spcPct val="100000"/>
              </a:lnSpc>
              <a:buClr>
                <a:schemeClr val="accent2"/>
              </a:buClr>
              <a:buSzPct val="100000"/>
              <a:defRPr sz="1400">
                <a:latin typeface="+mn-lt"/>
              </a:defRPr>
            </a:lvl6pPr>
            <a:lvl7pPr marL="731520">
              <a:lnSpc>
                <a:spcPct val="100000"/>
              </a:lnSpc>
              <a:buClr>
                <a:schemeClr val="accent2"/>
              </a:buClr>
              <a:buSzPct val="100000"/>
              <a:defRPr sz="1400">
                <a:latin typeface="+mn-lt"/>
              </a:defRPr>
            </a:lvl7pPr>
            <a:lvl8pPr marL="731520">
              <a:lnSpc>
                <a:spcPct val="100000"/>
              </a:lnSpc>
              <a:buClr>
                <a:schemeClr val="accent2"/>
              </a:buClr>
              <a:buSzPct val="100000"/>
              <a:defRPr sz="1400">
                <a:latin typeface="+mn-lt"/>
              </a:defRPr>
            </a:lvl8pPr>
            <a:lvl9pPr marL="731520">
              <a:lnSpc>
                <a:spcPct val="100000"/>
              </a:lnSpc>
              <a:buClr>
                <a:schemeClr val="accent2"/>
              </a:buClr>
              <a:buSzPct val="100000"/>
              <a:defRPr sz="1400">
                <a:latin typeface="+mn-lt"/>
              </a:defRPr>
            </a:lvl9pPr>
          </a:lstStyle>
          <a:p>
            <a:pPr marL="210312" marR="0" lvl="0" indent="-210312" algn="l" defTabSz="914400" rtl="0" eaLnBrk="1" fontAlgn="auto" latinLnBrk="0" hangingPunct="1">
              <a:lnSpc>
                <a:spcPct val="100000"/>
              </a:lnSpc>
              <a:spcBef>
                <a:spcPts val="1800"/>
              </a:spcBef>
              <a:spcAft>
                <a:spcPts val="0"/>
              </a:spcAft>
              <a:buClr>
                <a:srgbClr val="FF6012"/>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Click to edit master text</a:t>
            </a:r>
          </a:p>
          <a:p>
            <a:pPr marL="448056" marR="0" lvl="1" indent="-173736"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Second level</a:t>
            </a:r>
          </a:p>
          <a:p>
            <a:pPr marL="731520" marR="0" lvl="2" indent="-173736"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Third level</a:t>
            </a:r>
          </a:p>
          <a:p>
            <a:pPr marL="914400" marR="0" lvl="3" indent="-168275"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Fourth level</a:t>
            </a:r>
          </a:p>
          <a:p>
            <a:pPr marL="1082675" marR="0" lvl="4" indent="-168275"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Fifth level</a:t>
            </a:r>
          </a:p>
        </p:txBody>
      </p:sp>
      <p:sp>
        <p:nvSpPr>
          <p:cNvPr id="4" name="Slide Number Placeholder 3">
            <a:extLst>
              <a:ext uri="{FF2B5EF4-FFF2-40B4-BE49-F238E27FC236}">
                <a16:creationId xmlns:a16="http://schemas.microsoft.com/office/drawing/2014/main" id="{A939C062-EB86-1F18-3967-D09AE5F5E5A7}"/>
              </a:ext>
            </a:extLst>
          </p:cNvPr>
          <p:cNvSpPr>
            <a:spLocks noGrp="1"/>
          </p:cNvSpPr>
          <p:nvPr>
            <p:ph type="sldNum" sz="quarter" idx="32"/>
          </p:nvPr>
        </p:nvSpPr>
        <p:spPr/>
        <p:txBody>
          <a:bodyPr/>
          <a:lstStyle/>
          <a:p>
            <a:fld id="{A3E11DDA-83B4-4A53-8CAA-D5B2A53562D2}" type="slidenum">
              <a:rPr lang="en-SG" smtClean="0"/>
              <a:t>‹#›</a:t>
            </a:fld>
            <a:endParaRPr lang="en-SG"/>
          </a:p>
        </p:txBody>
      </p:sp>
    </p:spTree>
    <p:extLst>
      <p:ext uri="{BB962C8B-B14F-4D97-AF65-F5344CB8AC3E}">
        <p14:creationId xmlns:p14="http://schemas.microsoft.com/office/powerpoint/2010/main" val="31705845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hree Content_Black">
    <p:spTree>
      <p:nvGrpSpPr>
        <p:cNvPr id="1" name=""/>
        <p:cNvGrpSpPr/>
        <p:nvPr/>
      </p:nvGrpSpPr>
      <p:grpSpPr>
        <a:xfrm>
          <a:off x="0" y="0"/>
          <a:ext cx="0" cy="0"/>
          <a:chOff x="0" y="0"/>
          <a:chExt cx="0" cy="0"/>
        </a:xfrm>
      </p:grpSpPr>
      <p:sp>
        <p:nvSpPr>
          <p:cNvPr id="6" name="Do not remove" hidden="1">
            <a:extLst>
              <a:ext uri="{FF2B5EF4-FFF2-40B4-BE49-F238E27FC236}">
                <a16:creationId xmlns:a16="http://schemas.microsoft.com/office/drawing/2014/main" id="{8D23F29D-446C-34E2-A00E-AF3C7B7DD65B}"/>
              </a:ext>
            </a:extLst>
          </p:cNvPr>
          <p:cNvSpPr/>
          <p:nvPr>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2" name="Title 1">
            <a:extLst>
              <a:ext uri="{FF2B5EF4-FFF2-40B4-BE49-F238E27FC236}">
                <a16:creationId xmlns:a16="http://schemas.microsoft.com/office/drawing/2014/main" id="{3981772F-4148-9582-B2A9-389E25A9D601}"/>
              </a:ext>
            </a:extLst>
          </p:cNvPr>
          <p:cNvSpPr>
            <a:spLocks noGrp="1"/>
          </p:cNvSpPr>
          <p:nvPr>
            <p:ph type="title"/>
          </p:nvPr>
        </p:nvSpPr>
        <p:spPr/>
        <p:txBody>
          <a:bodyPr/>
          <a:lstStyle>
            <a:lvl1pPr>
              <a:defRPr>
                <a:solidFill>
                  <a:schemeClr val="tx1"/>
                </a:solidFill>
              </a:defRPr>
            </a:lvl1pPr>
          </a:lstStyle>
          <a:p>
            <a:r>
              <a:rPr lang="en-US"/>
              <a:t>Click to edit Master title style</a:t>
            </a:r>
            <a:endParaRPr/>
          </a:p>
        </p:txBody>
      </p:sp>
      <p:sp>
        <p:nvSpPr>
          <p:cNvPr id="15" name="Text Placeholder 2">
            <a:extLst>
              <a:ext uri="{FF2B5EF4-FFF2-40B4-BE49-F238E27FC236}">
                <a16:creationId xmlns:a16="http://schemas.microsoft.com/office/drawing/2014/main" id="{257E3BC0-FA77-4374-9FBB-45C7176F3BF2}"/>
              </a:ext>
            </a:extLst>
          </p:cNvPr>
          <p:cNvSpPr>
            <a:spLocks noGrp="1"/>
          </p:cNvSpPr>
          <p:nvPr>
            <p:ph type="body" sz="quarter" idx="27" hasCustomPrompt="1"/>
          </p:nvPr>
        </p:nvSpPr>
        <p:spPr>
          <a:xfrm>
            <a:off x="824203" y="1735493"/>
            <a:ext cx="3200400" cy="4465287"/>
          </a:xfrm>
          <a:prstGeom prst="rect">
            <a:avLst/>
          </a:prstGeom>
        </p:spPr>
        <p:txBody>
          <a:bodyPr wrap="square" lIns="0" tIns="0" rIns="0" bIns="0">
            <a:noAutofit/>
          </a:bodyPr>
          <a:lstStyle>
            <a:lvl1pPr marL="210312" indent="-210312">
              <a:lnSpc>
                <a:spcPct val="100000"/>
              </a:lnSpc>
              <a:spcBef>
                <a:spcPts val="1800"/>
              </a:spcBef>
              <a:buClr>
                <a:schemeClr val="accent1"/>
              </a:buClr>
              <a:buSzPct val="100000"/>
              <a:buFont typeface="Wingdings" panose="05000000000000000000" pitchFamily="2" charset="2"/>
              <a:buChar char="q"/>
              <a:defRPr sz="1800">
                <a:latin typeface="+mn-lt"/>
              </a:defRPr>
            </a:lvl1pPr>
            <a:lvl2pPr marL="563024" indent="-285750">
              <a:lnSpc>
                <a:spcPct val="100000"/>
              </a:lnSpc>
              <a:buClr>
                <a:schemeClr val="accent1"/>
              </a:buClr>
              <a:buSzPct val="100000"/>
              <a:buFont typeface="Wingdings" panose="05000000000000000000" pitchFamily="2" charset="2"/>
              <a:buChar char="q"/>
              <a:defRPr sz="1600">
                <a:latin typeface="+mn-lt"/>
              </a:defRPr>
            </a:lvl2pPr>
            <a:lvl3pPr marL="840298" indent="-285750">
              <a:lnSpc>
                <a:spcPct val="100000"/>
              </a:lnSpc>
              <a:buClr>
                <a:schemeClr val="accent1"/>
              </a:buClr>
              <a:buSzPct val="100000"/>
              <a:buFont typeface="Wingdings" panose="05000000000000000000" pitchFamily="2" charset="2"/>
              <a:buChar char="q"/>
              <a:defRPr sz="1400">
                <a:latin typeface="+mn-lt"/>
              </a:defRPr>
            </a:lvl3pPr>
            <a:lvl4pPr marL="1117572" indent="-285750">
              <a:lnSpc>
                <a:spcPct val="100000"/>
              </a:lnSpc>
              <a:buClr>
                <a:schemeClr val="accent1"/>
              </a:buClr>
              <a:buSzPct val="100000"/>
              <a:buFont typeface="Wingdings" panose="05000000000000000000" pitchFamily="2" charset="2"/>
              <a:buChar char="q"/>
              <a:defRPr sz="1400">
                <a:latin typeface="+mn-lt"/>
              </a:defRPr>
            </a:lvl4pPr>
            <a:lvl5pPr marL="1394845" indent="-285750">
              <a:lnSpc>
                <a:spcPct val="100000"/>
              </a:lnSpc>
              <a:buClr>
                <a:schemeClr val="accent1"/>
              </a:buClr>
              <a:buSzPct val="100000"/>
              <a:buFont typeface="Wingdings" panose="05000000000000000000" pitchFamily="2" charset="2"/>
              <a:buChar char="q"/>
              <a:defRPr sz="1400">
                <a:latin typeface="+mn-lt"/>
              </a:defRPr>
            </a:lvl5pPr>
            <a:lvl6pPr marL="731520">
              <a:lnSpc>
                <a:spcPct val="100000"/>
              </a:lnSpc>
              <a:buClr>
                <a:schemeClr val="accent2"/>
              </a:buClr>
              <a:buSzPct val="100000"/>
              <a:defRPr sz="1400">
                <a:latin typeface="+mn-lt"/>
              </a:defRPr>
            </a:lvl6pPr>
            <a:lvl7pPr marL="731520">
              <a:lnSpc>
                <a:spcPct val="100000"/>
              </a:lnSpc>
              <a:buClr>
                <a:schemeClr val="accent2"/>
              </a:buClr>
              <a:buSzPct val="100000"/>
              <a:defRPr sz="1400">
                <a:latin typeface="+mn-lt"/>
              </a:defRPr>
            </a:lvl7pPr>
            <a:lvl8pPr marL="731520">
              <a:lnSpc>
                <a:spcPct val="100000"/>
              </a:lnSpc>
              <a:buClr>
                <a:schemeClr val="accent2"/>
              </a:buClr>
              <a:buSzPct val="100000"/>
              <a:defRPr sz="1400">
                <a:latin typeface="+mn-lt"/>
              </a:defRPr>
            </a:lvl8pPr>
            <a:lvl9pPr marL="731520">
              <a:lnSpc>
                <a:spcPct val="100000"/>
              </a:lnSpc>
              <a:buClr>
                <a:schemeClr val="accent2"/>
              </a:buClr>
              <a:buSzPct val="100000"/>
              <a:defRPr sz="1400">
                <a:latin typeface="+mn-lt"/>
              </a:defRPr>
            </a:lvl9pPr>
          </a:lstStyle>
          <a:p>
            <a:pPr marL="210312" marR="0" lvl="0" indent="-210312" algn="l" defTabSz="914400" rtl="0" eaLnBrk="1" fontAlgn="auto" latinLnBrk="0" hangingPunct="1">
              <a:lnSpc>
                <a:spcPct val="100000"/>
              </a:lnSpc>
              <a:spcBef>
                <a:spcPts val="1800"/>
              </a:spcBef>
              <a:spcAft>
                <a:spcPts val="0"/>
              </a:spcAft>
              <a:buClr>
                <a:srgbClr val="FF6012"/>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Click to edit master text</a:t>
            </a:r>
          </a:p>
          <a:p>
            <a:pPr marL="448056" marR="0" lvl="1" indent="-173736"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Second level</a:t>
            </a:r>
          </a:p>
          <a:p>
            <a:pPr marL="731520" marR="0" lvl="2" indent="-173736"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Third level</a:t>
            </a:r>
          </a:p>
          <a:p>
            <a:pPr marL="914400" marR="0" lvl="3" indent="-168275"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Fourth level</a:t>
            </a:r>
          </a:p>
          <a:p>
            <a:pPr marL="1082675" marR="0" lvl="4" indent="-168275"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Fifth level</a:t>
            </a:r>
          </a:p>
        </p:txBody>
      </p:sp>
      <p:sp>
        <p:nvSpPr>
          <p:cNvPr id="8" name="Text Placeholder 2">
            <a:extLst>
              <a:ext uri="{FF2B5EF4-FFF2-40B4-BE49-F238E27FC236}">
                <a16:creationId xmlns:a16="http://schemas.microsoft.com/office/drawing/2014/main" id="{DB05F207-FD8A-47F8-9F71-E1E451D8864E}"/>
              </a:ext>
            </a:extLst>
          </p:cNvPr>
          <p:cNvSpPr>
            <a:spLocks noGrp="1"/>
          </p:cNvSpPr>
          <p:nvPr>
            <p:ph type="body" sz="quarter" idx="29" hasCustomPrompt="1"/>
          </p:nvPr>
        </p:nvSpPr>
        <p:spPr>
          <a:xfrm>
            <a:off x="4187165" y="1735491"/>
            <a:ext cx="3200400" cy="4465287"/>
          </a:xfrm>
          <a:prstGeom prst="rect">
            <a:avLst/>
          </a:prstGeom>
        </p:spPr>
        <p:txBody>
          <a:bodyPr wrap="square" lIns="0" tIns="0" rIns="0" bIns="0">
            <a:noAutofit/>
          </a:bodyPr>
          <a:lstStyle>
            <a:lvl1pPr>
              <a:lnSpc>
                <a:spcPct val="100000"/>
              </a:lnSpc>
              <a:spcBef>
                <a:spcPts val="1800"/>
              </a:spcBef>
              <a:buClr>
                <a:schemeClr val="accent1"/>
              </a:buClr>
              <a:buSzPct val="100000"/>
              <a:defRPr sz="1800">
                <a:latin typeface="+mn-lt"/>
              </a:defRPr>
            </a:lvl1pPr>
            <a:lvl2pPr>
              <a:lnSpc>
                <a:spcPct val="100000"/>
              </a:lnSpc>
              <a:buClr>
                <a:schemeClr val="accent1"/>
              </a:buClr>
              <a:buSzPct val="100000"/>
              <a:defRPr sz="1600">
                <a:latin typeface="+mn-lt"/>
              </a:defRPr>
            </a:lvl2pPr>
            <a:lvl3pPr marL="731520">
              <a:lnSpc>
                <a:spcPct val="100000"/>
              </a:lnSpc>
              <a:buClr>
                <a:schemeClr val="accent1"/>
              </a:buClr>
              <a:buSzPct val="100000"/>
              <a:defRPr sz="1400">
                <a:latin typeface="+mn-lt"/>
              </a:defRPr>
            </a:lvl3pPr>
            <a:lvl4pPr marL="731520">
              <a:lnSpc>
                <a:spcPct val="100000"/>
              </a:lnSpc>
              <a:buClr>
                <a:schemeClr val="accent1"/>
              </a:buClr>
              <a:buSzPct val="100000"/>
              <a:defRPr sz="1400">
                <a:latin typeface="+mn-lt"/>
              </a:defRPr>
            </a:lvl4pPr>
            <a:lvl5pPr marL="731520">
              <a:lnSpc>
                <a:spcPct val="100000"/>
              </a:lnSpc>
              <a:buClr>
                <a:schemeClr val="accent1"/>
              </a:buClr>
              <a:buSzPct val="100000"/>
              <a:defRPr sz="1400">
                <a:latin typeface="+mn-lt"/>
              </a:defRPr>
            </a:lvl5pPr>
            <a:lvl6pPr marL="731520">
              <a:lnSpc>
                <a:spcPct val="100000"/>
              </a:lnSpc>
              <a:buClr>
                <a:schemeClr val="accent2"/>
              </a:buClr>
              <a:buSzPct val="100000"/>
              <a:defRPr sz="1400">
                <a:latin typeface="+mn-lt"/>
              </a:defRPr>
            </a:lvl6pPr>
            <a:lvl7pPr marL="731520">
              <a:lnSpc>
                <a:spcPct val="100000"/>
              </a:lnSpc>
              <a:buClr>
                <a:schemeClr val="accent2"/>
              </a:buClr>
              <a:buSzPct val="100000"/>
              <a:defRPr sz="1400">
                <a:latin typeface="+mn-lt"/>
              </a:defRPr>
            </a:lvl7pPr>
            <a:lvl8pPr marL="731520">
              <a:lnSpc>
                <a:spcPct val="100000"/>
              </a:lnSpc>
              <a:buClr>
                <a:schemeClr val="accent2"/>
              </a:buClr>
              <a:buSzPct val="100000"/>
              <a:defRPr sz="1400">
                <a:latin typeface="+mn-lt"/>
              </a:defRPr>
            </a:lvl8pPr>
            <a:lvl9pPr marL="731520">
              <a:lnSpc>
                <a:spcPct val="100000"/>
              </a:lnSpc>
              <a:buClr>
                <a:schemeClr val="accent2"/>
              </a:buClr>
              <a:buSzPct val="100000"/>
              <a:defRPr sz="1400">
                <a:latin typeface="+mn-lt"/>
              </a:defRPr>
            </a:lvl9pPr>
          </a:lstStyle>
          <a:p>
            <a:pPr marL="210312" marR="0" lvl="0" indent="-210312" algn="l" defTabSz="914400" rtl="0" eaLnBrk="1" fontAlgn="auto" latinLnBrk="0" hangingPunct="1">
              <a:lnSpc>
                <a:spcPct val="100000"/>
              </a:lnSpc>
              <a:spcBef>
                <a:spcPts val="1800"/>
              </a:spcBef>
              <a:spcAft>
                <a:spcPts val="0"/>
              </a:spcAft>
              <a:buClr>
                <a:srgbClr val="FF6012"/>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Click to edit master text</a:t>
            </a:r>
          </a:p>
          <a:p>
            <a:pPr marL="448056" marR="0" lvl="1" indent="-173736"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Second level</a:t>
            </a:r>
          </a:p>
          <a:p>
            <a:pPr marL="731520" marR="0" lvl="2" indent="-173736"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Third level</a:t>
            </a:r>
          </a:p>
          <a:p>
            <a:pPr marL="914400" marR="0" lvl="3" indent="-168275"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Fourth level</a:t>
            </a:r>
          </a:p>
          <a:p>
            <a:pPr marL="1082675" marR="0" lvl="4" indent="-168275"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Fifth level</a:t>
            </a:r>
          </a:p>
        </p:txBody>
      </p:sp>
      <p:sp>
        <p:nvSpPr>
          <p:cNvPr id="7" name="Text Placeholder 2">
            <a:extLst>
              <a:ext uri="{FF2B5EF4-FFF2-40B4-BE49-F238E27FC236}">
                <a16:creationId xmlns:a16="http://schemas.microsoft.com/office/drawing/2014/main" id="{959969B4-74C3-4F8D-A8A2-74213474B08F}"/>
              </a:ext>
            </a:extLst>
          </p:cNvPr>
          <p:cNvSpPr>
            <a:spLocks noGrp="1"/>
          </p:cNvSpPr>
          <p:nvPr>
            <p:ph type="body" sz="quarter" idx="28" hasCustomPrompt="1"/>
          </p:nvPr>
        </p:nvSpPr>
        <p:spPr>
          <a:xfrm>
            <a:off x="7550127" y="1735492"/>
            <a:ext cx="3200400" cy="4465287"/>
          </a:xfrm>
          <a:prstGeom prst="rect">
            <a:avLst/>
          </a:prstGeom>
        </p:spPr>
        <p:txBody>
          <a:bodyPr wrap="square" lIns="0" tIns="0" rIns="0" bIns="0">
            <a:noAutofit/>
          </a:bodyPr>
          <a:lstStyle>
            <a:lvl1pPr>
              <a:lnSpc>
                <a:spcPct val="100000"/>
              </a:lnSpc>
              <a:spcBef>
                <a:spcPts val="1800"/>
              </a:spcBef>
              <a:buClr>
                <a:schemeClr val="accent1"/>
              </a:buClr>
              <a:buSzPct val="100000"/>
              <a:defRPr sz="1800">
                <a:latin typeface="+mn-lt"/>
              </a:defRPr>
            </a:lvl1pPr>
            <a:lvl2pPr>
              <a:lnSpc>
                <a:spcPct val="100000"/>
              </a:lnSpc>
              <a:buClr>
                <a:schemeClr val="accent1"/>
              </a:buClr>
              <a:buSzPct val="100000"/>
              <a:defRPr sz="1600">
                <a:latin typeface="+mn-lt"/>
              </a:defRPr>
            </a:lvl2pPr>
            <a:lvl3pPr marL="731520">
              <a:lnSpc>
                <a:spcPct val="100000"/>
              </a:lnSpc>
              <a:buClr>
                <a:schemeClr val="accent1"/>
              </a:buClr>
              <a:buSzPct val="100000"/>
              <a:defRPr sz="1400">
                <a:latin typeface="+mn-lt"/>
              </a:defRPr>
            </a:lvl3pPr>
            <a:lvl4pPr marL="731520">
              <a:lnSpc>
                <a:spcPct val="100000"/>
              </a:lnSpc>
              <a:buClr>
                <a:schemeClr val="accent1"/>
              </a:buClr>
              <a:buSzPct val="100000"/>
              <a:defRPr sz="1400">
                <a:latin typeface="+mn-lt"/>
              </a:defRPr>
            </a:lvl4pPr>
            <a:lvl5pPr marL="731520">
              <a:lnSpc>
                <a:spcPct val="100000"/>
              </a:lnSpc>
              <a:buClr>
                <a:schemeClr val="accent1"/>
              </a:buClr>
              <a:buSzPct val="100000"/>
              <a:defRPr sz="1400">
                <a:latin typeface="+mn-lt"/>
              </a:defRPr>
            </a:lvl5pPr>
            <a:lvl6pPr marL="731520">
              <a:lnSpc>
                <a:spcPct val="100000"/>
              </a:lnSpc>
              <a:buClr>
                <a:schemeClr val="accent2"/>
              </a:buClr>
              <a:buSzPct val="100000"/>
              <a:defRPr sz="1400">
                <a:latin typeface="+mn-lt"/>
              </a:defRPr>
            </a:lvl6pPr>
            <a:lvl7pPr marL="731520">
              <a:lnSpc>
                <a:spcPct val="100000"/>
              </a:lnSpc>
              <a:buClr>
                <a:schemeClr val="accent2"/>
              </a:buClr>
              <a:buSzPct val="100000"/>
              <a:defRPr sz="1400">
                <a:latin typeface="+mn-lt"/>
              </a:defRPr>
            </a:lvl7pPr>
            <a:lvl8pPr marL="731520">
              <a:lnSpc>
                <a:spcPct val="100000"/>
              </a:lnSpc>
              <a:buClr>
                <a:schemeClr val="accent2"/>
              </a:buClr>
              <a:buSzPct val="100000"/>
              <a:defRPr sz="1400">
                <a:latin typeface="+mn-lt"/>
              </a:defRPr>
            </a:lvl8pPr>
            <a:lvl9pPr marL="731520">
              <a:lnSpc>
                <a:spcPct val="100000"/>
              </a:lnSpc>
              <a:buClr>
                <a:schemeClr val="accent2"/>
              </a:buClr>
              <a:buSzPct val="100000"/>
              <a:defRPr sz="1400">
                <a:latin typeface="+mn-lt"/>
              </a:defRPr>
            </a:lvl9pPr>
          </a:lstStyle>
          <a:p>
            <a:pPr marL="210312" marR="0" lvl="0" indent="-210312" algn="l" defTabSz="914400" rtl="0" eaLnBrk="1" fontAlgn="auto" latinLnBrk="0" hangingPunct="1">
              <a:lnSpc>
                <a:spcPct val="100000"/>
              </a:lnSpc>
              <a:spcBef>
                <a:spcPts val="1800"/>
              </a:spcBef>
              <a:spcAft>
                <a:spcPts val="0"/>
              </a:spcAft>
              <a:buClr>
                <a:srgbClr val="FF6012"/>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Click to edit master text</a:t>
            </a:r>
          </a:p>
          <a:p>
            <a:pPr marL="448056" marR="0" lvl="1" indent="-173736"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Second level</a:t>
            </a:r>
          </a:p>
          <a:p>
            <a:pPr marL="731520" marR="0" lvl="2" indent="-173736"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Third level</a:t>
            </a:r>
          </a:p>
          <a:p>
            <a:pPr marL="914400" marR="0" lvl="3" indent="-168275"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Fourth level</a:t>
            </a:r>
          </a:p>
          <a:p>
            <a:pPr marL="1082675" marR="0" lvl="4" indent="-168275" algn="l" defTabSz="914400" rtl="0" eaLnBrk="1" fontAlgn="auto" latinLnBrk="0" hangingPunct="1">
              <a:lnSpc>
                <a:spcPct val="100000"/>
              </a:lnSpc>
              <a:spcBef>
                <a:spcPts val="1000"/>
              </a:spcBef>
              <a:spcAft>
                <a:spcPts val="0"/>
              </a:spcAft>
              <a:buClr>
                <a:srgbClr val="FF6012"/>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Fifth level</a:t>
            </a:r>
          </a:p>
        </p:txBody>
      </p:sp>
      <p:sp>
        <p:nvSpPr>
          <p:cNvPr id="5" name="Slide Number Placeholder 4">
            <a:extLst>
              <a:ext uri="{FF2B5EF4-FFF2-40B4-BE49-F238E27FC236}">
                <a16:creationId xmlns:a16="http://schemas.microsoft.com/office/drawing/2014/main" id="{BA8F07DA-0EC6-E126-27FC-3A9D683EB23F}"/>
              </a:ext>
            </a:extLst>
          </p:cNvPr>
          <p:cNvSpPr>
            <a:spLocks noGrp="1"/>
          </p:cNvSpPr>
          <p:nvPr>
            <p:ph type="sldNum" sz="quarter" idx="32"/>
          </p:nvPr>
        </p:nvSpPr>
        <p:spPr/>
        <p:txBody>
          <a:bodyPr/>
          <a:lstStyle/>
          <a:p>
            <a:fld id="{A3E11DDA-83B4-4A53-8CAA-D5B2A53562D2}" type="slidenum">
              <a:rPr lang="en-SG" smtClean="0"/>
              <a:t>‹#›</a:t>
            </a:fld>
            <a:endParaRPr lang="en-SG"/>
          </a:p>
        </p:txBody>
      </p:sp>
    </p:spTree>
    <p:extLst>
      <p:ext uri="{BB962C8B-B14F-4D97-AF65-F5344CB8AC3E}">
        <p14:creationId xmlns:p14="http://schemas.microsoft.com/office/powerpoint/2010/main" val="277534006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Yellow Block Header Two column bulleted">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6D7EC2E0-D232-62D8-F800-468D15B9CBC3}"/>
              </a:ext>
            </a:extLst>
          </p:cNvPr>
          <p:cNvSpPr/>
          <p:nvPr>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5" name="graphic">
            <a:extLst>
              <a:ext uri="{FF2B5EF4-FFF2-40B4-BE49-F238E27FC236}">
                <a16:creationId xmlns:a16="http://schemas.microsoft.com/office/drawing/2014/main" id="{6594F07A-A758-B642-BDEE-246A567C40D2}"/>
              </a:ext>
              <a:ext uri="{C183D7F6-B498-43B3-948B-1728B52AA6E4}">
                <adec:decorative xmlns:adec="http://schemas.microsoft.com/office/drawing/2017/decorative" val="1"/>
              </a:ext>
            </a:extLst>
          </p:cNvPr>
          <p:cNvSpPr/>
          <p:nvPr/>
        </p:nvSpPr>
        <p:spPr>
          <a:xfrm>
            <a:off x="-7207" y="0"/>
            <a:ext cx="4173623" cy="6858000"/>
          </a:xfrm>
          <a:custGeom>
            <a:avLst/>
            <a:gdLst/>
            <a:ahLst/>
            <a:cxnLst/>
            <a:rect l="l" t="t" r="r" b="b"/>
            <a:pathLst>
              <a:path w="6882130" h="11291570">
                <a:moveTo>
                  <a:pt x="6881518" y="0"/>
                </a:moveTo>
                <a:lnTo>
                  <a:pt x="0" y="0"/>
                </a:lnTo>
                <a:lnTo>
                  <a:pt x="0" y="11291478"/>
                </a:lnTo>
                <a:lnTo>
                  <a:pt x="6881518" y="11291478"/>
                </a:lnTo>
                <a:lnTo>
                  <a:pt x="6881518" y="0"/>
                </a:lnTo>
                <a:close/>
              </a:path>
            </a:pathLst>
          </a:custGeom>
          <a:solidFill>
            <a:schemeClr val="accent6"/>
          </a:solidFill>
        </p:spPr>
        <p:txBody>
          <a:bodyPr wrap="square" lIns="0" tIns="0" rIns="0" bIns="0" rtlCol="0"/>
          <a:lstStyle/>
          <a:p>
            <a:endParaRPr sz="1092">
              <a:latin typeface="Arial" panose="020B0604020202020204" pitchFamily="34" charset="0"/>
            </a:endParaRPr>
          </a:p>
        </p:txBody>
      </p:sp>
      <p:sp>
        <p:nvSpPr>
          <p:cNvPr id="2" name="Title 1">
            <a:extLst>
              <a:ext uri="{FF2B5EF4-FFF2-40B4-BE49-F238E27FC236}">
                <a16:creationId xmlns:a16="http://schemas.microsoft.com/office/drawing/2014/main" id="{2B039210-A88C-5B89-243E-D02490D3A8EF}"/>
              </a:ext>
            </a:extLst>
          </p:cNvPr>
          <p:cNvSpPr>
            <a:spLocks noGrp="1"/>
          </p:cNvSpPr>
          <p:nvPr>
            <p:ph type="title"/>
          </p:nvPr>
        </p:nvSpPr>
        <p:spPr>
          <a:xfrm>
            <a:off x="829064" y="1129377"/>
            <a:ext cx="2737095" cy="2247020"/>
          </a:xfrm>
        </p:spPr>
        <p:txBody>
          <a:bodyPr anchor="t"/>
          <a:lstStyle>
            <a:lvl1pPr>
              <a:defRPr sz="4000"/>
            </a:lvl1pPr>
          </a:lstStyle>
          <a:p>
            <a:r>
              <a:rPr lang="en-US"/>
              <a:t>Click to edit Master title style</a:t>
            </a:r>
            <a:endParaRPr/>
          </a:p>
        </p:txBody>
      </p:sp>
      <p:sp>
        <p:nvSpPr>
          <p:cNvPr id="20" name="Text Placeholder 20">
            <a:extLst>
              <a:ext uri="{FF2B5EF4-FFF2-40B4-BE49-F238E27FC236}">
                <a16:creationId xmlns:a16="http://schemas.microsoft.com/office/drawing/2014/main" id="{2AC69550-A6BD-426C-BB46-F54E6B22700A}"/>
              </a:ext>
            </a:extLst>
          </p:cNvPr>
          <p:cNvSpPr>
            <a:spLocks noGrp="1"/>
          </p:cNvSpPr>
          <p:nvPr>
            <p:ph type="body" sz="quarter" idx="16" hasCustomPrompt="1"/>
          </p:nvPr>
        </p:nvSpPr>
        <p:spPr>
          <a:xfrm>
            <a:off x="829065" y="3833959"/>
            <a:ext cx="2737094" cy="570401"/>
          </a:xfrm>
          <a:prstGeom prst="rect">
            <a:avLst/>
          </a:prstGeom>
        </p:spPr>
        <p:txBody>
          <a:bodyPr vert="horz" anchor="t" anchorCtr="0">
            <a:noAutofit/>
          </a:bodyPr>
          <a:lstStyle>
            <a:lvl1pPr marL="0" indent="0">
              <a:lnSpc>
                <a:spcPct val="100000"/>
              </a:lnSpc>
              <a:spcBef>
                <a:spcPts val="0"/>
              </a:spcBef>
              <a:buNone/>
              <a:defRPr sz="2400" baseline="0">
                <a:latin typeface="+mn-lt"/>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stStyle>
          <a:p>
            <a:pPr lvl="0"/>
            <a:r>
              <a:t>Click to add text</a:t>
            </a:r>
          </a:p>
        </p:txBody>
      </p:sp>
      <p:sp>
        <p:nvSpPr>
          <p:cNvPr id="42" name="Text Placeholder 41">
            <a:extLst>
              <a:ext uri="{FF2B5EF4-FFF2-40B4-BE49-F238E27FC236}">
                <a16:creationId xmlns:a16="http://schemas.microsoft.com/office/drawing/2014/main" id="{533E3CEE-7F39-5F4F-9856-6E91B2BE0F38}"/>
              </a:ext>
            </a:extLst>
          </p:cNvPr>
          <p:cNvSpPr>
            <a:spLocks noGrp="1"/>
          </p:cNvSpPr>
          <p:nvPr>
            <p:ph type="body" sz="quarter" idx="20" hasCustomPrompt="1"/>
          </p:nvPr>
        </p:nvSpPr>
        <p:spPr>
          <a:xfrm>
            <a:off x="4786653" y="1219223"/>
            <a:ext cx="3272793" cy="573906"/>
          </a:xfrm>
          <a:prstGeom prst="rect">
            <a:avLst/>
          </a:prstGeom>
        </p:spPr>
        <p:txBody>
          <a:bodyPr anchor="ctr" anchorCtr="0">
            <a:noAutofit/>
          </a:bodyPr>
          <a:lstStyle>
            <a:lvl1pPr marL="0" indent="0">
              <a:lnSpc>
                <a:spcPct val="100000"/>
              </a:lnSpc>
              <a:spcBef>
                <a:spcPts val="0"/>
              </a:spcBef>
              <a:buNone/>
              <a:defRPr sz="1400" b="1" i="0" baseline="0">
                <a:latin typeface="+mn-lt"/>
              </a:defRPr>
            </a:lvl1pPr>
            <a:lvl2pPr marL="0" indent="0">
              <a:spcBef>
                <a:spcPts val="0"/>
              </a:spcBef>
              <a:buNone/>
              <a:defRPr sz="1400" b="1">
                <a:latin typeface="+mn-lt"/>
              </a:defRPr>
            </a:lvl2pPr>
            <a:lvl3pPr marL="0" indent="0">
              <a:spcBef>
                <a:spcPts val="0"/>
              </a:spcBef>
              <a:buNone/>
              <a:defRPr sz="1400" b="1">
                <a:latin typeface="+mn-lt"/>
              </a:defRPr>
            </a:lvl3pPr>
            <a:lvl4pPr marL="0" indent="0">
              <a:spcBef>
                <a:spcPts val="0"/>
              </a:spcBef>
              <a:buNone/>
              <a:defRPr sz="1400" b="1">
                <a:latin typeface="+mn-lt"/>
              </a:defRPr>
            </a:lvl4pPr>
            <a:lvl5pPr marL="0" indent="0">
              <a:spcBef>
                <a:spcPts val="0"/>
              </a:spcBef>
              <a:buNone/>
              <a:defRPr sz="1400" b="1">
                <a:latin typeface="+mn-lt"/>
              </a:defRPr>
            </a:lvl5pPr>
            <a:lvl6pPr marL="0" indent="0">
              <a:spcBef>
                <a:spcPts val="0"/>
              </a:spcBef>
              <a:buNone/>
              <a:defRPr sz="1400" b="1">
                <a:latin typeface="+mn-lt"/>
              </a:defRPr>
            </a:lvl6pPr>
            <a:lvl7pPr marL="0" indent="0">
              <a:spcBef>
                <a:spcPts val="0"/>
              </a:spcBef>
              <a:buNone/>
              <a:defRPr sz="1400" b="1">
                <a:latin typeface="+mn-lt"/>
              </a:defRPr>
            </a:lvl7pPr>
            <a:lvl8pPr marL="0" indent="0">
              <a:spcBef>
                <a:spcPts val="0"/>
              </a:spcBef>
              <a:buNone/>
              <a:defRPr sz="1400" b="1">
                <a:latin typeface="+mn-lt"/>
              </a:defRPr>
            </a:lvl8pPr>
            <a:lvl9pPr marL="0" indent="0">
              <a:spcBef>
                <a:spcPts val="0"/>
              </a:spcBef>
              <a:buNone/>
              <a:defRPr sz="1400" b="1">
                <a:latin typeface="+mn-lt"/>
              </a:defRPr>
            </a:lvl9pPr>
          </a:lstStyle>
          <a:p>
            <a:pPr lvl="0"/>
            <a:r>
              <a:t>Click to add main point or headline</a:t>
            </a:r>
          </a:p>
        </p:txBody>
      </p:sp>
      <p:sp>
        <p:nvSpPr>
          <p:cNvPr id="3" name="Text Placeholder 2">
            <a:extLst>
              <a:ext uri="{FF2B5EF4-FFF2-40B4-BE49-F238E27FC236}">
                <a16:creationId xmlns:a16="http://schemas.microsoft.com/office/drawing/2014/main" id="{5376B61C-C3BB-0C4C-82F7-8EA96B57D609}"/>
              </a:ext>
            </a:extLst>
          </p:cNvPr>
          <p:cNvSpPr>
            <a:spLocks noGrp="1"/>
          </p:cNvSpPr>
          <p:nvPr>
            <p:ph type="body" sz="quarter" idx="27" hasCustomPrompt="1"/>
          </p:nvPr>
        </p:nvSpPr>
        <p:spPr>
          <a:xfrm>
            <a:off x="4786759" y="1971675"/>
            <a:ext cx="3272793" cy="4173955"/>
          </a:xfrm>
          <a:prstGeom prst="rect">
            <a:avLst/>
          </a:prstGeom>
        </p:spPr>
        <p:txBody>
          <a:bodyPr>
            <a:noAutofit/>
          </a:bodyPr>
          <a:lstStyle>
            <a:lvl1pPr marL="173736" indent="-173736">
              <a:lnSpc>
                <a:spcPct val="100000"/>
              </a:lnSpc>
              <a:spcBef>
                <a:spcPts val="1200"/>
              </a:spcBef>
              <a:buClr>
                <a:schemeClr val="accent1"/>
              </a:buClr>
              <a:buSzPct val="100000"/>
              <a:buFont typeface="Arial" panose="020B0604020202020204" pitchFamily="34" charset="0"/>
              <a:buChar char="•"/>
              <a:defRPr sz="1200">
                <a:latin typeface="+mn-lt"/>
              </a:defRPr>
            </a:lvl1pPr>
            <a:lvl2pPr marL="450570" indent="-173296">
              <a:lnSpc>
                <a:spcPct val="100000"/>
              </a:lnSpc>
              <a:spcBef>
                <a:spcPts val="600"/>
              </a:spcBef>
              <a:buClr>
                <a:schemeClr val="accent1"/>
              </a:buClr>
              <a:buSzPct val="100000"/>
              <a:buFont typeface="Arial" panose="020B0604020202020204" pitchFamily="34" charset="0"/>
              <a:buChar char="•"/>
              <a:defRPr sz="1100">
                <a:latin typeface="+mn-lt"/>
              </a:defRPr>
            </a:lvl2pPr>
            <a:lvl3pPr marL="731520" indent="-173736">
              <a:lnSpc>
                <a:spcPct val="100000"/>
              </a:lnSpc>
              <a:spcBef>
                <a:spcPts val="600"/>
              </a:spcBef>
              <a:buClr>
                <a:schemeClr val="accent1"/>
              </a:buClr>
              <a:buSzPct val="100000"/>
              <a:buFont typeface="Arial" panose="020B0604020202020204" pitchFamily="34" charset="0"/>
              <a:buChar char="•"/>
              <a:defRPr sz="1050">
                <a:latin typeface="+mn-lt"/>
              </a:defRPr>
            </a:lvl3pPr>
            <a:lvl4pPr marL="731520" indent="-173736">
              <a:lnSpc>
                <a:spcPct val="100000"/>
              </a:lnSpc>
              <a:spcBef>
                <a:spcPts val="600"/>
              </a:spcBef>
              <a:buClr>
                <a:schemeClr val="accent1"/>
              </a:buClr>
              <a:buSzPct val="100000"/>
              <a:buFont typeface="Arial" panose="020B0604020202020204" pitchFamily="34" charset="0"/>
              <a:buChar char="•"/>
              <a:defRPr sz="1050">
                <a:latin typeface="+mn-lt"/>
              </a:defRPr>
            </a:lvl4pPr>
            <a:lvl5pPr marL="731520" indent="-173736">
              <a:lnSpc>
                <a:spcPct val="100000"/>
              </a:lnSpc>
              <a:spcBef>
                <a:spcPts val="600"/>
              </a:spcBef>
              <a:buClr>
                <a:schemeClr val="accent1"/>
              </a:buClr>
              <a:buSzPct val="100000"/>
              <a:buFont typeface="Arial" panose="020B0604020202020204" pitchFamily="34" charset="0"/>
              <a:buChar char="•"/>
              <a:defRPr sz="1050">
                <a:latin typeface="+mn-lt"/>
              </a:defRPr>
            </a:lvl5pPr>
            <a:lvl6pPr marL="731520" indent="-173736">
              <a:lnSpc>
                <a:spcPct val="100000"/>
              </a:lnSpc>
              <a:spcBef>
                <a:spcPts val="600"/>
              </a:spcBef>
              <a:buSzPct val="100000"/>
              <a:defRPr sz="1050">
                <a:latin typeface="+mn-lt"/>
              </a:defRPr>
            </a:lvl6pPr>
            <a:lvl7pPr marL="731520" indent="-173736">
              <a:lnSpc>
                <a:spcPct val="100000"/>
              </a:lnSpc>
              <a:spcBef>
                <a:spcPts val="600"/>
              </a:spcBef>
              <a:buSzPct val="100000"/>
              <a:defRPr sz="1050">
                <a:latin typeface="+mn-lt"/>
              </a:defRPr>
            </a:lvl7pPr>
            <a:lvl8pPr marL="731520" indent="-173736">
              <a:lnSpc>
                <a:spcPct val="100000"/>
              </a:lnSpc>
              <a:spcBef>
                <a:spcPts val="600"/>
              </a:spcBef>
              <a:buSzPct val="100000"/>
              <a:defRPr sz="1050">
                <a:latin typeface="+mn-lt"/>
              </a:defRPr>
            </a:lvl8pPr>
            <a:lvl9pPr marL="731520" indent="-173736">
              <a:lnSpc>
                <a:spcPct val="100000"/>
              </a:lnSpc>
              <a:spcBef>
                <a:spcPts val="600"/>
              </a:spcBef>
              <a:buSzPct val="100000"/>
              <a:defRPr sz="1050">
                <a:latin typeface="+mn-lt"/>
              </a:defRPr>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12" name="Text Placeholder 41">
            <a:extLst>
              <a:ext uri="{FF2B5EF4-FFF2-40B4-BE49-F238E27FC236}">
                <a16:creationId xmlns:a16="http://schemas.microsoft.com/office/drawing/2014/main" id="{FCB70A19-D88B-477E-B957-A08469F04F67}"/>
              </a:ext>
            </a:extLst>
          </p:cNvPr>
          <p:cNvSpPr>
            <a:spLocks noGrp="1"/>
          </p:cNvSpPr>
          <p:nvPr>
            <p:ph type="body" sz="quarter" idx="28" hasCustomPrompt="1"/>
          </p:nvPr>
        </p:nvSpPr>
        <p:spPr>
          <a:xfrm>
            <a:off x="8375012" y="1219223"/>
            <a:ext cx="3272793" cy="573906"/>
          </a:xfrm>
          <a:prstGeom prst="rect">
            <a:avLst/>
          </a:prstGeom>
        </p:spPr>
        <p:txBody>
          <a:bodyPr anchor="ctr" anchorCtr="0">
            <a:noAutofit/>
          </a:bodyPr>
          <a:lstStyle>
            <a:lvl1pPr marL="0" indent="0">
              <a:lnSpc>
                <a:spcPct val="100000"/>
              </a:lnSpc>
              <a:spcBef>
                <a:spcPts val="0"/>
              </a:spcBef>
              <a:buNone/>
              <a:defRPr sz="1400" b="1" i="0" baseline="0">
                <a:latin typeface="+mn-lt"/>
              </a:defRPr>
            </a:lvl1pPr>
            <a:lvl2pPr marL="0" indent="0">
              <a:spcBef>
                <a:spcPts val="0"/>
              </a:spcBef>
              <a:buNone/>
              <a:defRPr sz="1400" b="1">
                <a:latin typeface="+mn-lt"/>
              </a:defRPr>
            </a:lvl2pPr>
            <a:lvl3pPr marL="0" indent="0">
              <a:spcBef>
                <a:spcPts val="0"/>
              </a:spcBef>
              <a:buNone/>
              <a:defRPr sz="1400" b="1">
                <a:latin typeface="+mn-lt"/>
              </a:defRPr>
            </a:lvl3pPr>
            <a:lvl4pPr marL="0" indent="0">
              <a:spcBef>
                <a:spcPts val="0"/>
              </a:spcBef>
              <a:buNone/>
              <a:defRPr sz="1400" b="1">
                <a:latin typeface="+mn-lt"/>
              </a:defRPr>
            </a:lvl4pPr>
            <a:lvl5pPr marL="0" indent="0">
              <a:spcBef>
                <a:spcPts val="0"/>
              </a:spcBef>
              <a:buNone/>
              <a:defRPr sz="1400" b="1">
                <a:latin typeface="+mn-lt"/>
              </a:defRPr>
            </a:lvl5pPr>
            <a:lvl6pPr marL="0" indent="0">
              <a:spcBef>
                <a:spcPts val="0"/>
              </a:spcBef>
              <a:buNone/>
              <a:defRPr sz="1400" b="1">
                <a:latin typeface="+mn-lt"/>
              </a:defRPr>
            </a:lvl6pPr>
            <a:lvl7pPr marL="0" indent="0">
              <a:spcBef>
                <a:spcPts val="0"/>
              </a:spcBef>
              <a:buNone/>
              <a:defRPr sz="1400" b="1">
                <a:latin typeface="+mn-lt"/>
              </a:defRPr>
            </a:lvl7pPr>
            <a:lvl8pPr marL="0" indent="0">
              <a:spcBef>
                <a:spcPts val="0"/>
              </a:spcBef>
              <a:buNone/>
              <a:defRPr sz="1400" b="1">
                <a:latin typeface="+mn-lt"/>
              </a:defRPr>
            </a:lvl8pPr>
            <a:lvl9pPr marL="0" indent="0">
              <a:spcBef>
                <a:spcPts val="0"/>
              </a:spcBef>
              <a:buNone/>
              <a:defRPr sz="1400" b="1">
                <a:latin typeface="+mn-lt"/>
              </a:defRPr>
            </a:lvl9pPr>
          </a:lstStyle>
          <a:p>
            <a:pPr lvl="0"/>
            <a:r>
              <a:t>Click to add main point or headline</a:t>
            </a:r>
          </a:p>
        </p:txBody>
      </p:sp>
      <p:sp>
        <p:nvSpPr>
          <p:cNvPr id="17" name="Text Placeholder 2">
            <a:extLst>
              <a:ext uri="{FF2B5EF4-FFF2-40B4-BE49-F238E27FC236}">
                <a16:creationId xmlns:a16="http://schemas.microsoft.com/office/drawing/2014/main" id="{950D6768-49D6-4500-857A-67D2F9EF29EF}"/>
              </a:ext>
            </a:extLst>
          </p:cNvPr>
          <p:cNvSpPr>
            <a:spLocks noGrp="1"/>
          </p:cNvSpPr>
          <p:nvPr>
            <p:ph type="body" sz="quarter" idx="29" hasCustomPrompt="1"/>
          </p:nvPr>
        </p:nvSpPr>
        <p:spPr>
          <a:xfrm>
            <a:off x="8375118" y="1971675"/>
            <a:ext cx="3272793" cy="4173955"/>
          </a:xfrm>
          <a:prstGeom prst="rect">
            <a:avLst/>
          </a:prstGeom>
        </p:spPr>
        <p:txBody>
          <a:bodyPr>
            <a:noAutofit/>
          </a:bodyPr>
          <a:lstStyle>
            <a:lvl1pPr marL="173736" indent="-173736">
              <a:lnSpc>
                <a:spcPct val="100000"/>
              </a:lnSpc>
              <a:spcBef>
                <a:spcPts val="1200"/>
              </a:spcBef>
              <a:buClr>
                <a:schemeClr val="accent1"/>
              </a:buClr>
              <a:buSzPct val="100000"/>
              <a:buFont typeface="Arial" panose="020B0604020202020204" pitchFamily="34" charset="0"/>
              <a:buChar char="•"/>
              <a:defRPr sz="1200">
                <a:latin typeface="+mn-lt"/>
              </a:defRPr>
            </a:lvl1pPr>
            <a:lvl2pPr marL="450570" indent="-173296">
              <a:lnSpc>
                <a:spcPct val="100000"/>
              </a:lnSpc>
              <a:spcBef>
                <a:spcPts val="600"/>
              </a:spcBef>
              <a:buClr>
                <a:schemeClr val="accent1"/>
              </a:buClr>
              <a:buSzPct val="100000"/>
              <a:buFont typeface="Arial" panose="020B0604020202020204" pitchFamily="34" charset="0"/>
              <a:buChar char="•"/>
              <a:defRPr sz="1100">
                <a:latin typeface="+mn-lt"/>
              </a:defRPr>
            </a:lvl2pPr>
            <a:lvl3pPr marL="731520" indent="-173736">
              <a:lnSpc>
                <a:spcPct val="100000"/>
              </a:lnSpc>
              <a:spcBef>
                <a:spcPts val="600"/>
              </a:spcBef>
              <a:buClr>
                <a:schemeClr val="accent1"/>
              </a:buClr>
              <a:buSzPct val="100000"/>
              <a:buFont typeface="Arial" panose="020B0604020202020204" pitchFamily="34" charset="0"/>
              <a:buChar char="•"/>
              <a:defRPr sz="1000">
                <a:latin typeface="+mn-lt"/>
              </a:defRPr>
            </a:lvl3pPr>
            <a:lvl4pPr marL="731520" indent="-173736">
              <a:lnSpc>
                <a:spcPct val="100000"/>
              </a:lnSpc>
              <a:spcBef>
                <a:spcPts val="600"/>
              </a:spcBef>
              <a:buClr>
                <a:schemeClr val="accent1"/>
              </a:buClr>
              <a:buSzPct val="100000"/>
              <a:buFont typeface="Arial" panose="020B0604020202020204" pitchFamily="34" charset="0"/>
              <a:buChar char="•"/>
              <a:defRPr sz="1000">
                <a:latin typeface="+mn-lt"/>
              </a:defRPr>
            </a:lvl4pPr>
            <a:lvl5pPr marL="731520" indent="-173736">
              <a:lnSpc>
                <a:spcPct val="100000"/>
              </a:lnSpc>
              <a:spcBef>
                <a:spcPts val="600"/>
              </a:spcBef>
              <a:buClr>
                <a:schemeClr val="accent1"/>
              </a:buClr>
              <a:buSzPct val="100000"/>
              <a:buFont typeface="Arial" panose="020B0604020202020204" pitchFamily="34" charset="0"/>
              <a:buChar char="•"/>
              <a:defRPr sz="1000">
                <a:latin typeface="+mn-lt"/>
              </a:defRPr>
            </a:lvl5pPr>
            <a:lvl6pPr marL="731520" indent="-173736">
              <a:lnSpc>
                <a:spcPct val="100000"/>
              </a:lnSpc>
              <a:spcBef>
                <a:spcPts val="600"/>
              </a:spcBef>
              <a:buSzPct val="100000"/>
              <a:defRPr sz="1000">
                <a:latin typeface="+mn-lt"/>
              </a:defRPr>
            </a:lvl6pPr>
            <a:lvl7pPr marL="731520" indent="-173736">
              <a:lnSpc>
                <a:spcPct val="100000"/>
              </a:lnSpc>
              <a:spcBef>
                <a:spcPts val="600"/>
              </a:spcBef>
              <a:buSzPct val="100000"/>
              <a:defRPr sz="1000">
                <a:latin typeface="+mn-lt"/>
              </a:defRPr>
            </a:lvl7pPr>
            <a:lvl8pPr marL="731520" indent="-173736">
              <a:lnSpc>
                <a:spcPct val="100000"/>
              </a:lnSpc>
              <a:spcBef>
                <a:spcPts val="600"/>
              </a:spcBef>
              <a:buSzPct val="100000"/>
              <a:defRPr sz="1000">
                <a:latin typeface="+mn-lt"/>
              </a:defRPr>
            </a:lvl8pPr>
            <a:lvl9pPr marL="731520" indent="-173736">
              <a:lnSpc>
                <a:spcPct val="100000"/>
              </a:lnSpc>
              <a:spcBef>
                <a:spcPts val="600"/>
              </a:spcBef>
              <a:buSzPct val="100000"/>
              <a:defRPr sz="1000">
                <a:latin typeface="+mn-lt"/>
              </a:defRPr>
            </a:lvl9pPr>
          </a:lstStyle>
          <a:p>
            <a:pPr lvl="0"/>
            <a:r>
              <a:t>Click to edit master text styles</a:t>
            </a:r>
          </a:p>
          <a:p>
            <a:pPr lvl="1"/>
            <a:r>
              <a:t>Second level</a:t>
            </a:r>
          </a:p>
          <a:p>
            <a:pPr lvl="2"/>
            <a:r>
              <a:t>Third level</a:t>
            </a:r>
          </a:p>
          <a:p>
            <a:pPr lvl="3"/>
            <a:r>
              <a:t>Fourth level</a:t>
            </a:r>
          </a:p>
          <a:p>
            <a:pPr lvl="4"/>
            <a:r>
              <a:t>Fifth level</a:t>
            </a:r>
          </a:p>
        </p:txBody>
      </p:sp>
      <p:sp>
        <p:nvSpPr>
          <p:cNvPr id="7" name="Slide Number Placeholder 6">
            <a:extLst>
              <a:ext uri="{FF2B5EF4-FFF2-40B4-BE49-F238E27FC236}">
                <a16:creationId xmlns:a16="http://schemas.microsoft.com/office/drawing/2014/main" id="{615123EE-05DE-046D-316D-5C51D4E2BE4D}"/>
              </a:ext>
            </a:extLst>
          </p:cNvPr>
          <p:cNvSpPr>
            <a:spLocks noGrp="1"/>
          </p:cNvSpPr>
          <p:nvPr>
            <p:ph type="sldNum" sz="quarter" idx="32"/>
          </p:nvPr>
        </p:nvSpPr>
        <p:spPr/>
        <p:txBody>
          <a:bodyPr/>
          <a:lstStyle/>
          <a:p>
            <a:fld id="{A3E11DDA-83B4-4A53-8CAA-D5B2A53562D2}" type="slidenum">
              <a:rPr lang="en-SG" smtClean="0"/>
              <a:t>‹#›</a:t>
            </a:fld>
            <a:endParaRPr lang="en-SG"/>
          </a:p>
        </p:txBody>
      </p:sp>
      <p:sp>
        <p:nvSpPr>
          <p:cNvPr id="4" name="Footer Placeholder 3">
            <a:extLst>
              <a:ext uri="{FF2B5EF4-FFF2-40B4-BE49-F238E27FC236}">
                <a16:creationId xmlns:a16="http://schemas.microsoft.com/office/drawing/2014/main" id="{52EA2AE1-4248-EEC9-D1E2-FD5CBBC3BDC3}"/>
              </a:ext>
            </a:extLst>
          </p:cNvPr>
          <p:cNvSpPr txBox="1">
            <a:spLocks/>
          </p:cNvSpPr>
          <p:nvPr/>
        </p:nvSpPr>
        <p:spPr>
          <a:xfrm>
            <a:off x="10049522" y="6386296"/>
            <a:ext cx="1447060" cy="365125"/>
          </a:xfrm>
          <a:prstGeom prst="rect">
            <a:avLst/>
          </a:prstGeom>
        </p:spPr>
        <p:txBody>
          <a:bodyPr vert="horz" lIns="91440" tIns="45720" rIns="91440" bIns="45720" rtlCol="0" anchor="t"/>
          <a:lstStyle>
            <a:defPPr>
              <a:defRPr lang="en-US"/>
            </a:defPPr>
            <a:lvl1pPr marL="0" algn="r" defTabSz="914400" rtl="0" eaLnBrk="1" latinLnBrk="0" hangingPunct="1">
              <a:defRPr sz="8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000000"/>
                </a:solidFill>
                <a:effectLst/>
                <a:uLnTx/>
                <a:uFillTx/>
                <a:latin typeface="Arial" panose="020B0604020202020204"/>
                <a:ea typeface="+mn-ea"/>
                <a:cs typeface="+mn-cs"/>
              </a:rPr>
              <a:t>GF Confidential</a:t>
            </a:r>
          </a:p>
        </p:txBody>
      </p:sp>
    </p:spTree>
    <p:extLst>
      <p:ext uri="{BB962C8B-B14F-4D97-AF65-F5344CB8AC3E}">
        <p14:creationId xmlns:p14="http://schemas.microsoft.com/office/powerpoint/2010/main" val="244979694"/>
      </p:ext>
    </p:extLst>
  </p:cSld>
  <p:clrMapOvr>
    <a:masterClrMapping/>
  </p:clrMapOvr>
  <p:extLst>
    <p:ext uri="{DCECCB84-F9BA-43D5-87BE-67443E8EF086}">
      <p15:sldGuideLst xmlns:p15="http://schemas.microsoft.com/office/powerpoint/2012/main">
        <p15:guide id="1" orient="horz" pos="768">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Only_Purple">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9111E9BB-7F9F-28F5-4C5B-AA103046D6CA}"/>
              </a:ext>
            </a:extLst>
          </p:cNvPr>
          <p:cNvSpPr/>
          <p:nvPr>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8" name="Title 7">
            <a:extLst>
              <a:ext uri="{FF2B5EF4-FFF2-40B4-BE49-F238E27FC236}">
                <a16:creationId xmlns:a16="http://schemas.microsoft.com/office/drawing/2014/main" id="{2ED7AC11-0B56-4B27-BA05-A7E7D1C30683}"/>
              </a:ext>
            </a:extLst>
          </p:cNvPr>
          <p:cNvSpPr>
            <a:spLocks noGrp="1"/>
          </p:cNvSpPr>
          <p:nvPr>
            <p:ph type="title"/>
          </p:nvPr>
        </p:nvSpPr>
        <p:spPr/>
        <p:txBody>
          <a:bodyPr/>
          <a:lstStyle/>
          <a:p>
            <a:r>
              <a:rPr lang="en-US"/>
              <a:t>Click to edit Master title style</a:t>
            </a:r>
            <a:endParaRPr/>
          </a:p>
        </p:txBody>
      </p:sp>
      <p:sp>
        <p:nvSpPr>
          <p:cNvPr id="5" name="Slide Number Placeholder 4">
            <a:extLst>
              <a:ext uri="{FF2B5EF4-FFF2-40B4-BE49-F238E27FC236}">
                <a16:creationId xmlns:a16="http://schemas.microsoft.com/office/drawing/2014/main" id="{8A6457BB-63A6-E70E-CACC-C38662FA3EA7}"/>
              </a:ext>
            </a:extLst>
          </p:cNvPr>
          <p:cNvSpPr>
            <a:spLocks noGrp="1"/>
          </p:cNvSpPr>
          <p:nvPr>
            <p:ph type="sldNum" sz="quarter" idx="12"/>
          </p:nvPr>
        </p:nvSpPr>
        <p:spPr/>
        <p:txBody>
          <a:bodyPr/>
          <a:lstStyle/>
          <a:p>
            <a:fld id="{A3E11DDA-83B4-4A53-8CAA-D5B2A53562D2}" type="slidenum">
              <a:rPr lang="en-SG" smtClean="0"/>
              <a:t>‹#›</a:t>
            </a:fld>
            <a:endParaRPr lang="en-SG"/>
          </a:p>
        </p:txBody>
      </p:sp>
    </p:spTree>
    <p:extLst>
      <p:ext uri="{BB962C8B-B14F-4D97-AF65-F5344CB8AC3E}">
        <p14:creationId xmlns:p14="http://schemas.microsoft.com/office/powerpoint/2010/main" val="32482591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Only_Black">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3BF88CF6-F208-2F1E-0911-AAA82867D80C}"/>
              </a:ext>
            </a:extLst>
          </p:cNvPr>
          <p:cNvSpPr/>
          <p:nvPr>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6" name="Title 5">
            <a:extLst>
              <a:ext uri="{FF2B5EF4-FFF2-40B4-BE49-F238E27FC236}">
                <a16:creationId xmlns:a16="http://schemas.microsoft.com/office/drawing/2014/main" id="{D50F5232-84E4-D6B1-D928-D84087AD87F3}"/>
              </a:ext>
            </a:extLst>
          </p:cNvPr>
          <p:cNvSpPr>
            <a:spLocks noGrp="1"/>
          </p:cNvSpPr>
          <p:nvPr>
            <p:ph type="title"/>
          </p:nvPr>
        </p:nvSpPr>
        <p:spPr/>
        <p:txBody>
          <a:bodyPr/>
          <a:lstStyle>
            <a:lvl1pPr>
              <a:defRPr>
                <a:solidFill>
                  <a:schemeClr val="tx1"/>
                </a:solidFill>
              </a:defRPr>
            </a:lvl1pPr>
          </a:lstStyle>
          <a:p>
            <a:r>
              <a:rPr lang="en-US"/>
              <a:t>Click to edit Master title style</a:t>
            </a:r>
            <a:endParaRPr/>
          </a:p>
        </p:txBody>
      </p:sp>
      <p:sp>
        <p:nvSpPr>
          <p:cNvPr id="9" name="Slide Number Placeholder 8">
            <a:extLst>
              <a:ext uri="{FF2B5EF4-FFF2-40B4-BE49-F238E27FC236}">
                <a16:creationId xmlns:a16="http://schemas.microsoft.com/office/drawing/2014/main" id="{5E532C36-1948-7BBE-906F-59161688D1A2}"/>
              </a:ext>
            </a:extLst>
          </p:cNvPr>
          <p:cNvSpPr>
            <a:spLocks noGrp="1"/>
          </p:cNvSpPr>
          <p:nvPr>
            <p:ph type="sldNum" sz="quarter" idx="12"/>
          </p:nvPr>
        </p:nvSpPr>
        <p:spPr/>
        <p:txBody>
          <a:bodyPr/>
          <a:lstStyle/>
          <a:p>
            <a:fld id="{A3E11DDA-83B4-4A53-8CAA-D5B2A53562D2}" type="slidenum">
              <a:rPr lang="en-SG" smtClean="0"/>
              <a:t>‹#›</a:t>
            </a:fld>
            <a:endParaRPr lang="en-SG"/>
          </a:p>
        </p:txBody>
      </p:sp>
    </p:spTree>
    <p:extLst>
      <p:ext uri="{BB962C8B-B14F-4D97-AF65-F5344CB8AC3E}">
        <p14:creationId xmlns:p14="http://schemas.microsoft.com/office/powerpoint/2010/main" val="19972173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title_Purple">
    <p:spTree>
      <p:nvGrpSpPr>
        <p:cNvPr id="1" name=""/>
        <p:cNvGrpSpPr/>
        <p:nvPr/>
      </p:nvGrpSpPr>
      <p:grpSpPr>
        <a:xfrm>
          <a:off x="0" y="0"/>
          <a:ext cx="0" cy="0"/>
          <a:chOff x="0" y="0"/>
          <a:chExt cx="0" cy="0"/>
        </a:xfrm>
      </p:grpSpPr>
      <p:sp>
        <p:nvSpPr>
          <p:cNvPr id="6" name="Do not remove" hidden="1">
            <a:extLst>
              <a:ext uri="{FF2B5EF4-FFF2-40B4-BE49-F238E27FC236}">
                <a16:creationId xmlns:a16="http://schemas.microsoft.com/office/drawing/2014/main" id="{EC4B2A92-0D17-DC53-962D-5022A0C5010D}"/>
              </a:ext>
            </a:extLst>
          </p:cNvPr>
          <p:cNvSpPr/>
          <p:nvPr>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2" name="Title 1">
            <a:extLst>
              <a:ext uri="{FF2B5EF4-FFF2-40B4-BE49-F238E27FC236}">
                <a16:creationId xmlns:a16="http://schemas.microsoft.com/office/drawing/2014/main" id="{C7DE5CCA-2E86-5BCB-25F4-65AE41FF6D65}"/>
              </a:ext>
            </a:extLst>
          </p:cNvPr>
          <p:cNvSpPr>
            <a:spLocks noGrp="1"/>
          </p:cNvSpPr>
          <p:nvPr>
            <p:ph type="title"/>
          </p:nvPr>
        </p:nvSpPr>
        <p:spPr/>
        <p:txBody>
          <a:bodyPr/>
          <a:lstStyle/>
          <a:p>
            <a:r>
              <a:rPr lang="en-US"/>
              <a:t>Click to edit Master title style</a:t>
            </a:r>
            <a:endParaRPr/>
          </a:p>
        </p:txBody>
      </p:sp>
      <p:sp>
        <p:nvSpPr>
          <p:cNvPr id="16" name="Text Placeholder 20">
            <a:extLst>
              <a:ext uri="{FF2B5EF4-FFF2-40B4-BE49-F238E27FC236}">
                <a16:creationId xmlns:a16="http://schemas.microsoft.com/office/drawing/2014/main" id="{4CC2AA49-DE27-5049-AF78-1C4BC83D1A49}"/>
              </a:ext>
            </a:extLst>
          </p:cNvPr>
          <p:cNvSpPr>
            <a:spLocks noGrp="1"/>
          </p:cNvSpPr>
          <p:nvPr>
            <p:ph type="body" sz="quarter" idx="16" hasCustomPrompt="1"/>
          </p:nvPr>
        </p:nvSpPr>
        <p:spPr>
          <a:xfrm>
            <a:off x="824201" y="1001457"/>
            <a:ext cx="10091683" cy="391236"/>
          </a:xfrm>
          <a:prstGeom prst="rect">
            <a:avLst/>
          </a:prstGeom>
        </p:spPr>
        <p:txBody>
          <a:bodyPr vert="horz" tIns="0" anchor="t" anchorCtr="0">
            <a:noAutofit/>
          </a:bodyPr>
          <a:lstStyle>
            <a:lvl1pPr marL="0" indent="0">
              <a:spcBef>
                <a:spcPts val="0"/>
              </a:spcBef>
              <a:buNone/>
              <a:defRPr sz="2400" baseline="0">
                <a:latin typeface="+mn-lt"/>
              </a:defRPr>
            </a:lvl1pPr>
          </a:lstStyle>
          <a:p>
            <a:pPr lvl="0"/>
            <a:r>
              <a:t>Click to add text</a:t>
            </a:r>
          </a:p>
        </p:txBody>
      </p:sp>
      <p:sp>
        <p:nvSpPr>
          <p:cNvPr id="5" name="Slide Number Placeholder 4">
            <a:extLst>
              <a:ext uri="{FF2B5EF4-FFF2-40B4-BE49-F238E27FC236}">
                <a16:creationId xmlns:a16="http://schemas.microsoft.com/office/drawing/2014/main" id="{F0239007-3AB0-589C-0F64-A79E08789D14}"/>
              </a:ext>
            </a:extLst>
          </p:cNvPr>
          <p:cNvSpPr>
            <a:spLocks noGrp="1"/>
          </p:cNvSpPr>
          <p:nvPr>
            <p:ph type="sldNum" sz="quarter" idx="19"/>
          </p:nvPr>
        </p:nvSpPr>
        <p:spPr/>
        <p:txBody>
          <a:bodyPr/>
          <a:lstStyle/>
          <a:p>
            <a:fld id="{A3E11DDA-83B4-4A53-8CAA-D5B2A53562D2}" type="slidenum">
              <a:rPr lang="en-SG" smtClean="0"/>
              <a:t>‹#›</a:t>
            </a:fld>
            <a:endParaRPr lang="en-SG"/>
          </a:p>
        </p:txBody>
      </p:sp>
    </p:spTree>
    <p:extLst>
      <p:ext uri="{BB962C8B-B14F-4D97-AF65-F5344CB8AC3E}">
        <p14:creationId xmlns:p14="http://schemas.microsoft.com/office/powerpoint/2010/main" val="13117169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nd Subtitle_Black">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060CCBDA-27DC-FFA9-C07F-4715C3A21722}"/>
              </a:ext>
            </a:extLst>
          </p:cNvPr>
          <p:cNvSpPr/>
          <p:nvPr>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8" name="Title 7">
            <a:extLst>
              <a:ext uri="{FF2B5EF4-FFF2-40B4-BE49-F238E27FC236}">
                <a16:creationId xmlns:a16="http://schemas.microsoft.com/office/drawing/2014/main" id="{45266CCC-8342-04C0-13CE-F6F7AF32F41F}"/>
              </a:ext>
            </a:extLst>
          </p:cNvPr>
          <p:cNvSpPr>
            <a:spLocks noGrp="1"/>
          </p:cNvSpPr>
          <p:nvPr>
            <p:ph type="title"/>
          </p:nvPr>
        </p:nvSpPr>
        <p:spPr/>
        <p:txBody>
          <a:bodyPr/>
          <a:lstStyle>
            <a:lvl1pPr>
              <a:defRPr>
                <a:solidFill>
                  <a:schemeClr val="tx1"/>
                </a:solidFill>
              </a:defRPr>
            </a:lvl1pPr>
          </a:lstStyle>
          <a:p>
            <a:r>
              <a:rPr lang="en-US"/>
              <a:t>Click to edit Master title style</a:t>
            </a:r>
            <a:endParaRPr/>
          </a:p>
        </p:txBody>
      </p:sp>
      <p:sp>
        <p:nvSpPr>
          <p:cNvPr id="9" name="Text Placeholder 20">
            <a:extLst>
              <a:ext uri="{FF2B5EF4-FFF2-40B4-BE49-F238E27FC236}">
                <a16:creationId xmlns:a16="http://schemas.microsoft.com/office/drawing/2014/main" id="{F33AFB1B-839F-47AF-86B1-EF6E4779C555}"/>
              </a:ext>
            </a:extLst>
          </p:cNvPr>
          <p:cNvSpPr>
            <a:spLocks noGrp="1"/>
          </p:cNvSpPr>
          <p:nvPr>
            <p:ph type="body" sz="quarter" idx="16" hasCustomPrompt="1"/>
          </p:nvPr>
        </p:nvSpPr>
        <p:spPr>
          <a:xfrm>
            <a:off x="824201" y="1001457"/>
            <a:ext cx="10091683" cy="391236"/>
          </a:xfrm>
          <a:prstGeom prst="rect">
            <a:avLst/>
          </a:prstGeom>
        </p:spPr>
        <p:txBody>
          <a:bodyPr vert="horz" tIns="0" anchor="t" anchorCtr="0">
            <a:noAutofit/>
          </a:bodyPr>
          <a:lstStyle>
            <a:lvl1pPr marL="0" indent="0">
              <a:spcBef>
                <a:spcPts val="0"/>
              </a:spcBef>
              <a:buNone/>
              <a:defRPr sz="2400" baseline="0">
                <a:latin typeface="Arial" panose="020B0604020202020204" pitchFamily="34" charset="0"/>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t>Click to add text</a:t>
            </a:r>
          </a:p>
        </p:txBody>
      </p:sp>
      <p:sp>
        <p:nvSpPr>
          <p:cNvPr id="5" name="Slide Number Placeholder 4">
            <a:extLst>
              <a:ext uri="{FF2B5EF4-FFF2-40B4-BE49-F238E27FC236}">
                <a16:creationId xmlns:a16="http://schemas.microsoft.com/office/drawing/2014/main" id="{7F9A3BBB-A9E0-CBBE-E06F-0EFDEED4DEFC}"/>
              </a:ext>
            </a:extLst>
          </p:cNvPr>
          <p:cNvSpPr>
            <a:spLocks noGrp="1"/>
          </p:cNvSpPr>
          <p:nvPr>
            <p:ph type="sldNum" sz="quarter" idx="19"/>
          </p:nvPr>
        </p:nvSpPr>
        <p:spPr/>
        <p:txBody>
          <a:bodyPr/>
          <a:lstStyle/>
          <a:p>
            <a:fld id="{A3E11DDA-83B4-4A53-8CAA-D5B2A53562D2}" type="slidenum">
              <a:rPr lang="en-SG" smtClean="0"/>
              <a:t>‹#›</a:t>
            </a:fld>
            <a:endParaRPr lang="en-SG"/>
          </a:p>
        </p:txBody>
      </p:sp>
    </p:spTree>
    <p:extLst>
      <p:ext uri="{BB962C8B-B14F-4D97-AF65-F5344CB8AC3E}">
        <p14:creationId xmlns:p14="http://schemas.microsoft.com/office/powerpoint/2010/main" val="8384784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F138B7B-5252-CCC0-04C5-E87DF84FB926}"/>
              </a:ext>
            </a:extLst>
          </p:cNvPr>
          <p:cNvSpPr>
            <a:spLocks noGrp="1"/>
          </p:cNvSpPr>
          <p:nvPr>
            <p:ph type="sldNum" sz="quarter" idx="12"/>
          </p:nvPr>
        </p:nvSpPr>
        <p:spPr/>
        <p:txBody>
          <a:bodyPr/>
          <a:lstStyle/>
          <a:p>
            <a:fld id="{A3E11DDA-83B4-4A53-8CAA-D5B2A53562D2}" type="slidenum">
              <a:rPr lang="en-SG" smtClean="0"/>
              <a:t>‹#›</a:t>
            </a:fld>
            <a:endParaRPr lang="en-SG"/>
          </a:p>
        </p:txBody>
      </p:sp>
      <p:sp>
        <p:nvSpPr>
          <p:cNvPr id="2" name="Footer Placeholder 3">
            <a:extLst>
              <a:ext uri="{FF2B5EF4-FFF2-40B4-BE49-F238E27FC236}">
                <a16:creationId xmlns:a16="http://schemas.microsoft.com/office/drawing/2014/main" id="{AECDF938-0708-3328-63E3-76A5CBCE909A}"/>
              </a:ext>
            </a:extLst>
          </p:cNvPr>
          <p:cNvSpPr txBox="1">
            <a:spLocks/>
          </p:cNvSpPr>
          <p:nvPr/>
        </p:nvSpPr>
        <p:spPr>
          <a:xfrm>
            <a:off x="10049522" y="6386296"/>
            <a:ext cx="1447060" cy="365125"/>
          </a:xfrm>
          <a:prstGeom prst="rect">
            <a:avLst/>
          </a:prstGeom>
        </p:spPr>
        <p:txBody>
          <a:bodyPr vert="horz" lIns="91440" tIns="45720" rIns="91440" bIns="45720" rtlCol="0" anchor="t"/>
          <a:lstStyle>
            <a:defPPr>
              <a:defRPr lang="en-US"/>
            </a:defPPr>
            <a:lvl1pPr marL="0" algn="r" defTabSz="914400" rtl="0" eaLnBrk="1" latinLnBrk="0" hangingPunct="1">
              <a:defRPr sz="8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000000"/>
                </a:solidFill>
                <a:effectLst/>
                <a:uLnTx/>
                <a:uFillTx/>
                <a:latin typeface="Arial" panose="020B0604020202020204"/>
                <a:ea typeface="+mn-ea"/>
                <a:cs typeface="+mn-cs"/>
              </a:rPr>
              <a:t>GF Confidential</a:t>
            </a:r>
          </a:p>
        </p:txBody>
      </p:sp>
    </p:spTree>
    <p:extLst>
      <p:ext uri="{BB962C8B-B14F-4D97-AF65-F5344CB8AC3E}">
        <p14:creationId xmlns:p14="http://schemas.microsoft.com/office/powerpoint/2010/main" val="34814974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Caption_Choose this for data">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805C50A6-CE59-934E-9980-1B221DC84EC4}"/>
              </a:ext>
            </a:extLst>
          </p:cNvPr>
          <p:cNvSpPr/>
          <p:nvPr>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grpSp>
        <p:nvGrpSpPr>
          <p:cNvPr id="25" name="object 2">
            <a:extLst>
              <a:ext uri="{FF2B5EF4-FFF2-40B4-BE49-F238E27FC236}">
                <a16:creationId xmlns:a16="http://schemas.microsoft.com/office/drawing/2014/main" id="{185CE14D-2362-7146-A35E-FC5FF5BBAFE6}"/>
              </a:ext>
              <a:ext uri="{C183D7F6-B498-43B3-948B-1728B52AA6E4}">
                <adec:decorative xmlns:adec="http://schemas.microsoft.com/office/drawing/2017/decorative" val="1"/>
              </a:ext>
            </a:extLst>
          </p:cNvPr>
          <p:cNvGrpSpPr/>
          <p:nvPr/>
        </p:nvGrpSpPr>
        <p:grpSpPr>
          <a:xfrm>
            <a:off x="2" y="2"/>
            <a:ext cx="832953" cy="6857615"/>
            <a:chOff x="0" y="0"/>
            <a:chExt cx="1373505" cy="11308715"/>
          </a:xfrm>
        </p:grpSpPr>
        <p:sp>
          <p:nvSpPr>
            <p:cNvPr id="26" name="object 3">
              <a:extLst>
                <a:ext uri="{FF2B5EF4-FFF2-40B4-BE49-F238E27FC236}">
                  <a16:creationId xmlns:a16="http://schemas.microsoft.com/office/drawing/2014/main" id="{06E8DA04-1F37-8F44-A1A7-552E4916432A}"/>
                </a:ext>
              </a:extLst>
            </p:cNvPr>
            <p:cNvSpPr/>
            <p:nvPr/>
          </p:nvSpPr>
          <p:spPr>
            <a:xfrm>
              <a:off x="0" y="1856707"/>
              <a:ext cx="1373505" cy="9451975"/>
            </a:xfrm>
            <a:custGeom>
              <a:avLst/>
              <a:gdLst/>
              <a:ahLst/>
              <a:cxnLst/>
              <a:rect l="l" t="t" r="r" b="b"/>
              <a:pathLst>
                <a:path w="1373505" h="9451975">
                  <a:moveTo>
                    <a:pt x="0" y="9451848"/>
                  </a:moveTo>
                  <a:lnTo>
                    <a:pt x="1372963" y="9451848"/>
                  </a:lnTo>
                  <a:lnTo>
                    <a:pt x="1372963" y="0"/>
                  </a:lnTo>
                  <a:lnTo>
                    <a:pt x="0" y="0"/>
                  </a:lnTo>
                  <a:lnTo>
                    <a:pt x="0" y="9451848"/>
                  </a:lnTo>
                  <a:close/>
                </a:path>
              </a:pathLst>
            </a:custGeom>
            <a:solidFill>
              <a:srgbClr val="F2F2F2"/>
            </a:solidFill>
          </p:spPr>
          <p:txBody>
            <a:bodyPr wrap="square" lIns="0" tIns="0" rIns="0" bIns="0" rtlCol="0"/>
            <a:lstStyle/>
            <a:p>
              <a:endParaRPr sz="1092">
                <a:latin typeface="Arial" panose="020B0604020202020204" pitchFamily="34" charset="0"/>
              </a:endParaRPr>
            </a:p>
          </p:txBody>
        </p:sp>
        <p:sp>
          <p:nvSpPr>
            <p:cNvPr id="27" name="object 4">
              <a:extLst>
                <a:ext uri="{FF2B5EF4-FFF2-40B4-BE49-F238E27FC236}">
                  <a16:creationId xmlns:a16="http://schemas.microsoft.com/office/drawing/2014/main" id="{3FF3C6F6-C62C-3E4F-B18D-9AF50BE4D45A}"/>
                </a:ext>
              </a:extLst>
            </p:cNvPr>
            <p:cNvSpPr/>
            <p:nvPr/>
          </p:nvSpPr>
          <p:spPr>
            <a:xfrm>
              <a:off x="0" y="0"/>
              <a:ext cx="1373505" cy="1856739"/>
            </a:xfrm>
            <a:custGeom>
              <a:avLst/>
              <a:gdLst/>
              <a:ahLst/>
              <a:cxnLst/>
              <a:rect l="l" t="t" r="r" b="b"/>
              <a:pathLst>
                <a:path w="1373505" h="1856739">
                  <a:moveTo>
                    <a:pt x="1372963" y="0"/>
                  </a:moveTo>
                  <a:lnTo>
                    <a:pt x="0" y="0"/>
                  </a:lnTo>
                  <a:lnTo>
                    <a:pt x="0" y="1856707"/>
                  </a:lnTo>
                  <a:lnTo>
                    <a:pt x="1372963" y="1856707"/>
                  </a:lnTo>
                  <a:lnTo>
                    <a:pt x="1372963" y="0"/>
                  </a:lnTo>
                  <a:close/>
                </a:path>
              </a:pathLst>
            </a:custGeom>
            <a:solidFill>
              <a:schemeClr val="accent6"/>
            </a:solidFill>
          </p:spPr>
          <p:txBody>
            <a:bodyPr wrap="square" lIns="0" tIns="0" rIns="0" bIns="0" rtlCol="0"/>
            <a:lstStyle/>
            <a:p>
              <a:endParaRPr sz="1092">
                <a:latin typeface="Arial" panose="020B0604020202020204" pitchFamily="34" charset="0"/>
              </a:endParaRPr>
            </a:p>
          </p:txBody>
        </p:sp>
      </p:grpSp>
      <p:sp>
        <p:nvSpPr>
          <p:cNvPr id="28" name="object 5">
            <a:extLst>
              <a:ext uri="{FF2B5EF4-FFF2-40B4-BE49-F238E27FC236}">
                <a16:creationId xmlns:a16="http://schemas.microsoft.com/office/drawing/2014/main" id="{E72DC708-122F-A84B-99C4-C34567174695}"/>
              </a:ext>
              <a:ext uri="{C183D7F6-B498-43B3-948B-1728B52AA6E4}">
                <adec:decorative xmlns:adec="http://schemas.microsoft.com/office/drawing/2017/decorative" val="1"/>
              </a:ext>
            </a:extLst>
          </p:cNvPr>
          <p:cNvSpPr/>
          <p:nvPr/>
        </p:nvSpPr>
        <p:spPr>
          <a:xfrm>
            <a:off x="11874368" y="4148426"/>
            <a:ext cx="316159" cy="1979617"/>
          </a:xfrm>
          <a:custGeom>
            <a:avLst/>
            <a:gdLst/>
            <a:ahLst/>
            <a:cxnLst/>
            <a:rect l="l" t="t" r="r" b="b"/>
            <a:pathLst>
              <a:path w="521334" h="3264534">
                <a:moveTo>
                  <a:pt x="521219" y="0"/>
                </a:moveTo>
                <a:lnTo>
                  <a:pt x="0" y="0"/>
                </a:lnTo>
                <a:lnTo>
                  <a:pt x="0" y="3263973"/>
                </a:lnTo>
                <a:lnTo>
                  <a:pt x="521219" y="3263973"/>
                </a:lnTo>
                <a:lnTo>
                  <a:pt x="521219" y="0"/>
                </a:lnTo>
                <a:close/>
              </a:path>
            </a:pathLst>
          </a:custGeom>
          <a:solidFill>
            <a:srgbClr val="F2F2F2"/>
          </a:solidFill>
        </p:spPr>
        <p:txBody>
          <a:bodyPr wrap="square" lIns="0" tIns="0" rIns="0" bIns="0" rtlCol="0"/>
          <a:lstStyle/>
          <a:p>
            <a:endParaRPr sz="1092">
              <a:latin typeface="Arial" panose="020B0604020202020204" pitchFamily="34" charset="0"/>
            </a:endParaRPr>
          </a:p>
        </p:txBody>
      </p:sp>
      <p:sp>
        <p:nvSpPr>
          <p:cNvPr id="29" name="object 6">
            <a:extLst>
              <a:ext uri="{FF2B5EF4-FFF2-40B4-BE49-F238E27FC236}">
                <a16:creationId xmlns:a16="http://schemas.microsoft.com/office/drawing/2014/main" id="{6C789C84-429B-E341-A8FD-D3DE9A7B1A1E}"/>
              </a:ext>
              <a:ext uri="{C183D7F6-B498-43B3-948B-1728B52AA6E4}">
                <adec:decorative xmlns:adec="http://schemas.microsoft.com/office/drawing/2017/decorative" val="1"/>
              </a:ext>
            </a:extLst>
          </p:cNvPr>
          <p:cNvSpPr/>
          <p:nvPr/>
        </p:nvSpPr>
        <p:spPr>
          <a:xfrm>
            <a:off x="11874367" y="1683012"/>
            <a:ext cx="317700" cy="1989244"/>
          </a:xfrm>
          <a:custGeom>
            <a:avLst/>
            <a:gdLst/>
            <a:ahLst/>
            <a:cxnLst/>
            <a:rect l="l" t="t" r="r" b="b"/>
            <a:pathLst>
              <a:path w="523875" h="3280410">
                <a:moveTo>
                  <a:pt x="523753" y="0"/>
                </a:moveTo>
                <a:lnTo>
                  <a:pt x="0" y="0"/>
                </a:lnTo>
                <a:lnTo>
                  <a:pt x="0" y="3280046"/>
                </a:lnTo>
                <a:lnTo>
                  <a:pt x="523753" y="3280046"/>
                </a:lnTo>
                <a:lnTo>
                  <a:pt x="523753" y="0"/>
                </a:lnTo>
                <a:close/>
              </a:path>
            </a:pathLst>
          </a:custGeom>
          <a:solidFill>
            <a:srgbClr val="F2F2F2"/>
          </a:solidFill>
        </p:spPr>
        <p:txBody>
          <a:bodyPr wrap="square" lIns="0" tIns="0" rIns="0" bIns="0" rtlCol="0"/>
          <a:lstStyle/>
          <a:p>
            <a:endParaRPr sz="1092">
              <a:latin typeface="Arial" panose="020B0604020202020204" pitchFamily="34" charset="0"/>
            </a:endParaRPr>
          </a:p>
        </p:txBody>
      </p:sp>
      <p:sp>
        <p:nvSpPr>
          <p:cNvPr id="50" name="Text Placeholder 49">
            <a:extLst>
              <a:ext uri="{FF2B5EF4-FFF2-40B4-BE49-F238E27FC236}">
                <a16:creationId xmlns:a16="http://schemas.microsoft.com/office/drawing/2014/main" id="{6AFE37B8-988C-4A4E-90C3-04246D82C2B7}"/>
              </a:ext>
            </a:extLst>
          </p:cNvPr>
          <p:cNvSpPr>
            <a:spLocks noGrp="1"/>
          </p:cNvSpPr>
          <p:nvPr>
            <p:ph type="body" sz="quarter" idx="10" hasCustomPrompt="1"/>
          </p:nvPr>
        </p:nvSpPr>
        <p:spPr>
          <a:xfrm>
            <a:off x="1086365" y="673119"/>
            <a:ext cx="10554998" cy="475650"/>
          </a:xfrm>
          <a:prstGeom prst="rect">
            <a:avLst/>
          </a:prstGeom>
        </p:spPr>
        <p:txBody>
          <a:bodyPr anchor="t" anchorCtr="0">
            <a:noAutofit/>
          </a:bodyPr>
          <a:lstStyle>
            <a:lvl1pPr marL="0" indent="0">
              <a:lnSpc>
                <a:spcPct val="100000"/>
              </a:lnSpc>
              <a:spcBef>
                <a:spcPts val="0"/>
              </a:spcBef>
              <a:buNone/>
              <a:defRPr sz="3600" b="1" i="0" baseline="0">
                <a:solidFill>
                  <a:schemeClr val="bg2"/>
                </a:solidFill>
                <a:latin typeface="+mj-lt"/>
              </a:defRPr>
            </a:lvl1pPr>
            <a:lvl2pPr marL="0" indent="0">
              <a:lnSpc>
                <a:spcPct val="100000"/>
              </a:lnSpc>
              <a:spcBef>
                <a:spcPts val="0"/>
              </a:spcBef>
              <a:buNone/>
              <a:defRPr sz="3600">
                <a:solidFill>
                  <a:schemeClr val="bg2"/>
                </a:solidFill>
                <a:latin typeface="+mj-lt"/>
              </a:defRPr>
            </a:lvl2pPr>
            <a:lvl3pPr marL="0" indent="0">
              <a:lnSpc>
                <a:spcPct val="100000"/>
              </a:lnSpc>
              <a:spcBef>
                <a:spcPts val="0"/>
              </a:spcBef>
              <a:buNone/>
              <a:defRPr sz="3600">
                <a:solidFill>
                  <a:schemeClr val="bg2"/>
                </a:solidFill>
                <a:latin typeface="+mj-lt"/>
              </a:defRPr>
            </a:lvl3pPr>
            <a:lvl4pPr marL="0" indent="0">
              <a:lnSpc>
                <a:spcPct val="100000"/>
              </a:lnSpc>
              <a:spcBef>
                <a:spcPts val="0"/>
              </a:spcBef>
              <a:buNone/>
              <a:defRPr sz="3600">
                <a:solidFill>
                  <a:schemeClr val="bg2"/>
                </a:solidFill>
                <a:latin typeface="+mj-lt"/>
              </a:defRPr>
            </a:lvl4pPr>
            <a:lvl5pPr marL="0" indent="0">
              <a:lnSpc>
                <a:spcPct val="100000"/>
              </a:lnSpc>
              <a:spcBef>
                <a:spcPts val="0"/>
              </a:spcBef>
              <a:buNone/>
              <a:defRPr sz="3600">
                <a:solidFill>
                  <a:schemeClr val="bg2"/>
                </a:solidFill>
                <a:latin typeface="+mj-lt"/>
              </a:defRPr>
            </a:lvl5pPr>
            <a:lvl6pPr marL="0" indent="0">
              <a:lnSpc>
                <a:spcPct val="100000"/>
              </a:lnSpc>
              <a:spcBef>
                <a:spcPts val="0"/>
              </a:spcBef>
              <a:buNone/>
              <a:defRPr sz="3600">
                <a:solidFill>
                  <a:schemeClr val="bg2"/>
                </a:solidFill>
                <a:latin typeface="+mj-lt"/>
              </a:defRPr>
            </a:lvl6pPr>
            <a:lvl7pPr marL="0" indent="0">
              <a:lnSpc>
                <a:spcPct val="100000"/>
              </a:lnSpc>
              <a:spcBef>
                <a:spcPts val="0"/>
              </a:spcBef>
              <a:buNone/>
              <a:defRPr sz="3600">
                <a:solidFill>
                  <a:schemeClr val="bg2"/>
                </a:solidFill>
                <a:latin typeface="+mj-lt"/>
              </a:defRPr>
            </a:lvl7pPr>
            <a:lvl8pPr marL="0" indent="0">
              <a:lnSpc>
                <a:spcPct val="100000"/>
              </a:lnSpc>
              <a:spcBef>
                <a:spcPts val="0"/>
              </a:spcBef>
              <a:buNone/>
              <a:defRPr sz="3600">
                <a:solidFill>
                  <a:schemeClr val="bg2"/>
                </a:solidFill>
                <a:latin typeface="+mj-lt"/>
              </a:defRPr>
            </a:lvl8pPr>
            <a:lvl9pPr marL="0" indent="0">
              <a:lnSpc>
                <a:spcPct val="100000"/>
              </a:lnSpc>
              <a:spcBef>
                <a:spcPts val="0"/>
              </a:spcBef>
              <a:buNone/>
              <a:defRPr sz="3600">
                <a:solidFill>
                  <a:schemeClr val="bg2"/>
                </a:solidFill>
                <a:latin typeface="+mj-lt"/>
              </a:defRPr>
            </a:lvl9pPr>
          </a:lstStyle>
          <a:p>
            <a:pPr lvl="0"/>
            <a:r>
              <a:rPr dirty="0"/>
              <a:t>Change font color to black if desired</a:t>
            </a:r>
          </a:p>
        </p:txBody>
      </p:sp>
      <p:sp>
        <p:nvSpPr>
          <p:cNvPr id="10" name="Slide Number Placeholder 9">
            <a:extLst>
              <a:ext uri="{FF2B5EF4-FFF2-40B4-BE49-F238E27FC236}">
                <a16:creationId xmlns:a16="http://schemas.microsoft.com/office/drawing/2014/main" id="{6FA3E4F7-D994-EAA2-CDF8-0B56DEC644CF}"/>
              </a:ext>
            </a:extLst>
          </p:cNvPr>
          <p:cNvSpPr>
            <a:spLocks noGrp="1"/>
          </p:cNvSpPr>
          <p:nvPr>
            <p:ph type="sldNum" sz="quarter" idx="13"/>
          </p:nvPr>
        </p:nvSpPr>
        <p:spPr/>
        <p:txBody>
          <a:bodyPr/>
          <a:lstStyle/>
          <a:p>
            <a:fld id="{A3E11DDA-83B4-4A53-8CAA-D5B2A53562D2}" type="slidenum">
              <a:rPr lang="en-SG" smtClean="0"/>
              <a:t>‹#›</a:t>
            </a:fld>
            <a:endParaRPr lang="en-SG"/>
          </a:p>
        </p:txBody>
      </p:sp>
      <p:sp>
        <p:nvSpPr>
          <p:cNvPr id="2" name="Footer Placeholder 3">
            <a:extLst>
              <a:ext uri="{FF2B5EF4-FFF2-40B4-BE49-F238E27FC236}">
                <a16:creationId xmlns:a16="http://schemas.microsoft.com/office/drawing/2014/main" id="{E7BB8A0D-0805-8F95-A373-F9147B834E54}"/>
              </a:ext>
            </a:extLst>
          </p:cNvPr>
          <p:cNvSpPr txBox="1">
            <a:spLocks/>
          </p:cNvSpPr>
          <p:nvPr/>
        </p:nvSpPr>
        <p:spPr>
          <a:xfrm>
            <a:off x="10049522" y="6386296"/>
            <a:ext cx="1447060" cy="365125"/>
          </a:xfrm>
          <a:prstGeom prst="rect">
            <a:avLst/>
          </a:prstGeom>
        </p:spPr>
        <p:txBody>
          <a:bodyPr vert="horz" lIns="91440" tIns="45720" rIns="91440" bIns="45720" rtlCol="0" anchor="t"/>
          <a:lstStyle>
            <a:defPPr>
              <a:defRPr lang="en-US"/>
            </a:defPPr>
            <a:lvl1pPr marL="0" algn="r" defTabSz="914400" rtl="0" eaLnBrk="1" latinLnBrk="0" hangingPunct="1">
              <a:defRPr sz="8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000000"/>
                </a:solidFill>
                <a:effectLst/>
                <a:uLnTx/>
                <a:uFillTx/>
                <a:latin typeface="Arial" panose="020B0604020202020204"/>
                <a:ea typeface="+mn-ea"/>
                <a:cs typeface="+mn-cs"/>
              </a:rPr>
              <a:t>GF Confidential</a:t>
            </a:r>
          </a:p>
        </p:txBody>
      </p:sp>
    </p:spTree>
    <p:extLst>
      <p:ext uri="{BB962C8B-B14F-4D97-AF65-F5344CB8AC3E}">
        <p14:creationId xmlns:p14="http://schemas.microsoft.com/office/powerpoint/2010/main" val="18495064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Specialty Layouts">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15BD70-32AA-D6EF-FA94-79387B1D6AE6}"/>
              </a:ext>
            </a:extLst>
          </p:cNvPr>
          <p:cNvSpPr txBox="1"/>
          <p:nvPr/>
        </p:nvSpPr>
        <p:spPr>
          <a:xfrm>
            <a:off x="773430" y="1259175"/>
            <a:ext cx="10645140" cy="4339650"/>
          </a:xfrm>
          <a:prstGeom prst="rect">
            <a:avLst/>
          </a:prstGeom>
          <a:noFill/>
        </p:spPr>
        <p:txBody>
          <a:bodyPr wrap="square" rtlCol="0">
            <a:spAutoFit/>
          </a:bodyPr>
          <a:lstStyle/>
          <a:p>
            <a:pPr algn="ctr"/>
            <a:r>
              <a:rPr sz="13800">
                <a:solidFill>
                  <a:schemeClr val="bg1"/>
                </a:solidFill>
              </a:rPr>
              <a:t>SPECIALTY LAYOUTS</a:t>
            </a:r>
          </a:p>
        </p:txBody>
      </p:sp>
    </p:spTree>
    <p:extLst>
      <p:ext uri="{BB962C8B-B14F-4D97-AF65-F5344CB8AC3E}">
        <p14:creationId xmlns:p14="http://schemas.microsoft.com/office/powerpoint/2010/main" val="259673438"/>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Section Header Yellow">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008FC808-E143-94DB-002C-A34B8E380D7C}"/>
              </a:ext>
            </a:extLst>
          </p:cNvPr>
          <p:cNvSpPr/>
          <p:nvPr>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5" name="graphic">
            <a:extLst>
              <a:ext uri="{FF2B5EF4-FFF2-40B4-BE49-F238E27FC236}">
                <a16:creationId xmlns:a16="http://schemas.microsoft.com/office/drawing/2014/main" id="{D1CE06DC-AF9D-6940-AB04-89308B41256D}"/>
              </a:ext>
              <a:ext uri="{C183D7F6-B498-43B3-948B-1728B52AA6E4}">
                <adec:decorative xmlns:adec="http://schemas.microsoft.com/office/drawing/2017/decorative" val="1"/>
              </a:ext>
            </a:extLst>
          </p:cNvPr>
          <p:cNvSpPr/>
          <p:nvPr/>
        </p:nvSpPr>
        <p:spPr>
          <a:xfrm>
            <a:off x="1" y="158"/>
            <a:ext cx="4168231" cy="6857230"/>
          </a:xfrm>
          <a:custGeom>
            <a:avLst/>
            <a:gdLst/>
            <a:ahLst/>
            <a:cxnLst/>
            <a:rect l="l" t="t" r="r" b="b"/>
            <a:pathLst>
              <a:path w="6873240" h="11308080">
                <a:moveTo>
                  <a:pt x="6872775" y="0"/>
                </a:moveTo>
                <a:lnTo>
                  <a:pt x="0" y="0"/>
                </a:lnTo>
                <a:lnTo>
                  <a:pt x="0" y="11308032"/>
                </a:lnTo>
                <a:lnTo>
                  <a:pt x="6872775" y="11308032"/>
                </a:lnTo>
                <a:lnTo>
                  <a:pt x="6872775" y="0"/>
                </a:lnTo>
                <a:close/>
              </a:path>
            </a:pathLst>
          </a:custGeom>
          <a:solidFill>
            <a:schemeClr val="accent6"/>
          </a:solidFill>
        </p:spPr>
        <p:txBody>
          <a:bodyPr wrap="square" lIns="0" tIns="0" rIns="0" bIns="0" rtlCol="0"/>
          <a:lstStyle/>
          <a:p>
            <a:endParaRPr sz="1092">
              <a:latin typeface="Arial" panose="020B0604020202020204" pitchFamily="34" charset="0"/>
            </a:endParaRPr>
          </a:p>
        </p:txBody>
      </p:sp>
      <p:sp>
        <p:nvSpPr>
          <p:cNvPr id="10" name="graphic">
            <a:extLst>
              <a:ext uri="{FF2B5EF4-FFF2-40B4-BE49-F238E27FC236}">
                <a16:creationId xmlns:a16="http://schemas.microsoft.com/office/drawing/2014/main" id="{F046578E-E04E-DA0E-9BE6-2885EC74DD23}"/>
              </a:ext>
              <a:ext uri="{C183D7F6-B498-43B3-948B-1728B52AA6E4}">
                <adec:decorative xmlns:adec="http://schemas.microsoft.com/office/drawing/2017/decorative" val="1"/>
              </a:ext>
            </a:extLst>
          </p:cNvPr>
          <p:cNvSpPr/>
          <p:nvPr/>
        </p:nvSpPr>
        <p:spPr>
          <a:xfrm>
            <a:off x="3849122" y="2704535"/>
            <a:ext cx="640080" cy="640080"/>
          </a:xfrm>
          <a:prstGeom prst="rect">
            <a:avLst/>
          </a:prstGeom>
          <a:solidFill>
            <a:srgbClr val="FF6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graphic">
            <a:extLst>
              <a:ext uri="{FF2B5EF4-FFF2-40B4-BE49-F238E27FC236}">
                <a16:creationId xmlns:a16="http://schemas.microsoft.com/office/drawing/2014/main" id="{B32874C3-05ED-2465-7F14-8B079788F917}"/>
              </a:ext>
              <a:ext uri="{C183D7F6-B498-43B3-948B-1728B52AA6E4}">
                <adec:decorative xmlns:adec="http://schemas.microsoft.com/office/drawing/2017/decorative" val="1"/>
              </a:ext>
            </a:extLst>
          </p:cNvPr>
          <p:cNvSpPr/>
          <p:nvPr/>
        </p:nvSpPr>
        <p:spPr>
          <a:xfrm>
            <a:off x="3849122" y="3489579"/>
            <a:ext cx="640080" cy="640080"/>
          </a:xfrm>
          <a:prstGeom prst="rect">
            <a:avLst/>
          </a:prstGeom>
          <a:solidFill>
            <a:srgbClr val="FF6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 Placeholder 2">
            <a:extLst>
              <a:ext uri="{FF2B5EF4-FFF2-40B4-BE49-F238E27FC236}">
                <a16:creationId xmlns:a16="http://schemas.microsoft.com/office/drawing/2014/main" id="{EE029FD0-A527-4C46-8DD7-528E1B9240BB}"/>
              </a:ext>
            </a:extLst>
          </p:cNvPr>
          <p:cNvSpPr>
            <a:spLocks noGrp="1"/>
          </p:cNvSpPr>
          <p:nvPr>
            <p:ph type="body" sz="quarter" idx="15" hasCustomPrompt="1"/>
          </p:nvPr>
        </p:nvSpPr>
        <p:spPr>
          <a:xfrm>
            <a:off x="5033147" y="2591479"/>
            <a:ext cx="6200188" cy="2687558"/>
          </a:xfrm>
          <a:prstGeom prst="rect">
            <a:avLst/>
          </a:prstGeom>
        </p:spPr>
        <p:txBody>
          <a:bodyPr wrap="square" anchor="t" anchorCtr="0">
            <a:noAutofit/>
          </a:bodyPr>
          <a:lstStyle>
            <a:lvl1pPr marL="0" indent="0">
              <a:lnSpc>
                <a:spcPct val="100000"/>
              </a:lnSpc>
              <a:spcBef>
                <a:spcPts val="0"/>
              </a:spcBef>
              <a:buNone/>
              <a:defRPr sz="4400" baseline="0">
                <a:solidFill>
                  <a:schemeClr val="bg2"/>
                </a:solidFill>
                <a:latin typeface="+mj-lt"/>
              </a:defRPr>
            </a:lvl1pPr>
            <a:lvl2pPr marL="0" indent="0">
              <a:spcBef>
                <a:spcPts val="0"/>
              </a:spcBef>
              <a:buNone/>
              <a:defRPr sz="4400">
                <a:solidFill>
                  <a:schemeClr val="bg2"/>
                </a:solidFill>
                <a:latin typeface="+mj-lt"/>
              </a:defRPr>
            </a:lvl2pPr>
            <a:lvl3pPr marL="0" indent="0">
              <a:spcBef>
                <a:spcPts val="0"/>
              </a:spcBef>
              <a:buNone/>
              <a:defRPr sz="4400">
                <a:solidFill>
                  <a:schemeClr val="bg2"/>
                </a:solidFill>
                <a:latin typeface="+mj-lt"/>
              </a:defRPr>
            </a:lvl3pPr>
            <a:lvl4pPr marL="0" indent="0">
              <a:spcBef>
                <a:spcPts val="0"/>
              </a:spcBef>
              <a:buNone/>
              <a:defRPr sz="4400">
                <a:solidFill>
                  <a:schemeClr val="bg2"/>
                </a:solidFill>
                <a:latin typeface="+mj-lt"/>
              </a:defRPr>
            </a:lvl4pPr>
            <a:lvl5pPr marL="0" indent="0">
              <a:spcBef>
                <a:spcPts val="0"/>
              </a:spcBef>
              <a:buNone/>
              <a:defRPr sz="4400">
                <a:solidFill>
                  <a:schemeClr val="bg2"/>
                </a:solidFill>
                <a:latin typeface="+mj-lt"/>
              </a:defRPr>
            </a:lvl5pPr>
            <a:lvl6pPr marL="0" indent="0">
              <a:spcBef>
                <a:spcPts val="0"/>
              </a:spcBef>
              <a:buNone/>
              <a:defRPr sz="4400">
                <a:solidFill>
                  <a:schemeClr val="bg2"/>
                </a:solidFill>
              </a:defRPr>
            </a:lvl6pPr>
            <a:lvl7pPr marL="0" indent="0">
              <a:spcBef>
                <a:spcPts val="0"/>
              </a:spcBef>
              <a:buNone/>
              <a:defRPr sz="4400">
                <a:solidFill>
                  <a:schemeClr val="bg2"/>
                </a:solidFill>
              </a:defRPr>
            </a:lvl7pPr>
            <a:lvl8pPr marL="0" indent="0">
              <a:spcBef>
                <a:spcPts val="0"/>
              </a:spcBef>
              <a:buNone/>
              <a:defRPr sz="4400">
                <a:solidFill>
                  <a:schemeClr val="bg2"/>
                </a:solidFill>
              </a:defRPr>
            </a:lvl8pPr>
            <a:lvl9pPr marL="0" indent="0">
              <a:spcBef>
                <a:spcPts val="0"/>
              </a:spcBef>
              <a:buNone/>
              <a:defRPr sz="4400">
                <a:solidFill>
                  <a:schemeClr val="bg2"/>
                </a:solidFill>
              </a:defRPr>
            </a:lvl9pPr>
          </a:lstStyle>
          <a:p>
            <a:pPr lvl="0"/>
            <a:r>
              <a:t>Click to edit master title style</a:t>
            </a:r>
          </a:p>
        </p:txBody>
      </p:sp>
      <p:sp>
        <p:nvSpPr>
          <p:cNvPr id="6" name="Slide Number Placeholder 5">
            <a:extLst>
              <a:ext uri="{FF2B5EF4-FFF2-40B4-BE49-F238E27FC236}">
                <a16:creationId xmlns:a16="http://schemas.microsoft.com/office/drawing/2014/main" id="{8A3C26CC-73B9-7D5E-1430-1E261FA3F440}"/>
              </a:ext>
            </a:extLst>
          </p:cNvPr>
          <p:cNvSpPr>
            <a:spLocks noGrp="1"/>
          </p:cNvSpPr>
          <p:nvPr>
            <p:ph type="sldNum" sz="quarter" idx="18"/>
          </p:nvPr>
        </p:nvSpPr>
        <p:spPr/>
        <p:txBody>
          <a:bodyPr/>
          <a:lstStyle/>
          <a:p>
            <a:fld id="{A3E11DDA-83B4-4A53-8CAA-D5B2A53562D2}" type="slidenum">
              <a:rPr lang="en-SG" smtClean="0"/>
              <a:t>‹#›</a:t>
            </a:fld>
            <a:endParaRPr lang="en-SG"/>
          </a:p>
        </p:txBody>
      </p:sp>
    </p:spTree>
    <p:extLst>
      <p:ext uri="{BB962C8B-B14F-4D97-AF65-F5344CB8AC3E}">
        <p14:creationId xmlns:p14="http://schemas.microsoft.com/office/powerpoint/2010/main" val="1168546728"/>
      </p:ext>
    </p:extLst>
  </p:cSld>
  <p:clrMapOvr>
    <a:masterClrMapping/>
  </p:clrMapOvr>
  <p:extLst>
    <p:ext uri="{DCECCB84-F9BA-43D5-87BE-67443E8EF086}">
      <p15:sldGuideLst xmlns:p15="http://schemas.microsoft.com/office/powerpoint/2012/main">
        <p15:guide id="2" pos="2616">
          <p15:clr>
            <a:srgbClr val="FBAE40"/>
          </p15:clr>
        </p15:guide>
        <p15:guide id="3" orient="horz" pos="170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Section Header_Image">
    <p:spTree>
      <p:nvGrpSpPr>
        <p:cNvPr id="1" name=""/>
        <p:cNvGrpSpPr/>
        <p:nvPr/>
      </p:nvGrpSpPr>
      <p:grpSpPr>
        <a:xfrm>
          <a:off x="0" y="0"/>
          <a:ext cx="0" cy="0"/>
          <a:chOff x="0" y="0"/>
          <a:chExt cx="0" cy="0"/>
        </a:xfrm>
      </p:grpSpPr>
      <p:sp>
        <p:nvSpPr>
          <p:cNvPr id="6" name="Do not remove" hidden="1">
            <a:extLst>
              <a:ext uri="{FF2B5EF4-FFF2-40B4-BE49-F238E27FC236}">
                <a16:creationId xmlns:a16="http://schemas.microsoft.com/office/drawing/2014/main" id="{7625AEED-6208-5CFF-6E6F-AACB1150B9DF}"/>
              </a:ext>
            </a:extLst>
          </p:cNvPr>
          <p:cNvSpPr/>
          <p:nvPr>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3" name="Picture Placeholder 2">
            <a:extLst>
              <a:ext uri="{FF2B5EF4-FFF2-40B4-BE49-F238E27FC236}">
                <a16:creationId xmlns:a16="http://schemas.microsoft.com/office/drawing/2014/main" id="{7086E711-0388-4BA1-8928-DF6A8B364C8D}"/>
              </a:ext>
            </a:extLst>
          </p:cNvPr>
          <p:cNvSpPr>
            <a:spLocks noGrp="1"/>
          </p:cNvSpPr>
          <p:nvPr>
            <p:ph type="pic" sz="quarter" idx="16"/>
          </p:nvPr>
        </p:nvSpPr>
        <p:spPr>
          <a:xfrm>
            <a:off x="0" y="0"/>
            <a:ext cx="4168775" cy="6858000"/>
          </a:xfrm>
          <a:prstGeom prst="rect">
            <a:avLst/>
          </a:prstGeom>
          <a:solidFill>
            <a:schemeClr val="bg1">
              <a:lumMod val="85000"/>
            </a:schemeClr>
          </a:solidFill>
        </p:spPr>
        <p:txBody>
          <a:bodyPr bIns="914400" anchor="ctr" anchorCtr="0"/>
          <a:lstStyle>
            <a:lvl1pPr marL="0" indent="0" algn="ctr">
              <a:buNone/>
              <a:defRPr/>
            </a:lvl1pPr>
          </a:lstStyle>
          <a:p>
            <a:r>
              <a:rPr lang="en-US"/>
              <a:t>Click icon to add picture</a:t>
            </a:r>
            <a:endParaRPr/>
          </a:p>
        </p:txBody>
      </p:sp>
      <p:sp>
        <p:nvSpPr>
          <p:cNvPr id="8" name="Text Placeholder 2">
            <a:extLst>
              <a:ext uri="{FF2B5EF4-FFF2-40B4-BE49-F238E27FC236}">
                <a16:creationId xmlns:a16="http://schemas.microsoft.com/office/drawing/2014/main" id="{EE029FD0-A527-4C46-8DD7-528E1B9240BB}"/>
              </a:ext>
            </a:extLst>
          </p:cNvPr>
          <p:cNvSpPr>
            <a:spLocks noGrp="1"/>
          </p:cNvSpPr>
          <p:nvPr>
            <p:ph type="body" sz="quarter" idx="15" hasCustomPrompt="1"/>
          </p:nvPr>
        </p:nvSpPr>
        <p:spPr>
          <a:xfrm>
            <a:off x="5033147" y="2073319"/>
            <a:ext cx="6200188" cy="2687558"/>
          </a:xfrm>
          <a:prstGeom prst="rect">
            <a:avLst/>
          </a:prstGeom>
        </p:spPr>
        <p:txBody>
          <a:bodyPr wrap="square" anchor="ctr" anchorCtr="0">
            <a:noAutofit/>
          </a:bodyPr>
          <a:lstStyle>
            <a:lvl1pPr marL="0" indent="0">
              <a:lnSpc>
                <a:spcPct val="100000"/>
              </a:lnSpc>
              <a:spcBef>
                <a:spcPts val="0"/>
              </a:spcBef>
              <a:buNone/>
              <a:defRPr sz="4400" baseline="0">
                <a:solidFill>
                  <a:schemeClr val="bg2"/>
                </a:solidFill>
                <a:latin typeface="+mj-lt"/>
              </a:defRPr>
            </a:lvl1pPr>
            <a:lvl2pPr marL="0" indent="0">
              <a:spcBef>
                <a:spcPts val="0"/>
              </a:spcBef>
              <a:buNone/>
              <a:defRPr sz="4400">
                <a:solidFill>
                  <a:schemeClr val="bg2"/>
                </a:solidFill>
                <a:latin typeface="+mj-lt"/>
              </a:defRPr>
            </a:lvl2pPr>
            <a:lvl3pPr marL="0" indent="0">
              <a:spcBef>
                <a:spcPts val="0"/>
              </a:spcBef>
              <a:buNone/>
              <a:defRPr sz="4400">
                <a:solidFill>
                  <a:schemeClr val="bg2"/>
                </a:solidFill>
                <a:latin typeface="+mj-lt"/>
              </a:defRPr>
            </a:lvl3pPr>
            <a:lvl4pPr marL="0" indent="0">
              <a:spcBef>
                <a:spcPts val="0"/>
              </a:spcBef>
              <a:buNone/>
              <a:defRPr sz="4400">
                <a:solidFill>
                  <a:schemeClr val="bg2"/>
                </a:solidFill>
                <a:latin typeface="+mj-lt"/>
              </a:defRPr>
            </a:lvl4pPr>
            <a:lvl5pPr marL="0" indent="0">
              <a:spcBef>
                <a:spcPts val="0"/>
              </a:spcBef>
              <a:buNone/>
              <a:defRPr sz="4400">
                <a:solidFill>
                  <a:schemeClr val="bg2"/>
                </a:solidFill>
                <a:latin typeface="+mj-lt"/>
              </a:defRPr>
            </a:lvl5pPr>
            <a:lvl6pPr marL="0" indent="0">
              <a:spcBef>
                <a:spcPts val="0"/>
              </a:spcBef>
              <a:buNone/>
              <a:defRPr sz="4400">
                <a:solidFill>
                  <a:schemeClr val="bg2"/>
                </a:solidFill>
                <a:latin typeface="+mj-lt"/>
              </a:defRPr>
            </a:lvl6pPr>
            <a:lvl7pPr marL="0" indent="0">
              <a:spcBef>
                <a:spcPts val="0"/>
              </a:spcBef>
              <a:buNone/>
              <a:defRPr sz="4400">
                <a:solidFill>
                  <a:schemeClr val="bg2"/>
                </a:solidFill>
                <a:latin typeface="+mj-lt"/>
              </a:defRPr>
            </a:lvl7pPr>
          </a:lstStyle>
          <a:p>
            <a:pPr lvl="0"/>
            <a:r>
              <a:t>Click to edit master title style</a:t>
            </a:r>
          </a:p>
        </p:txBody>
      </p:sp>
      <p:sp>
        <p:nvSpPr>
          <p:cNvPr id="5" name="Slide Number Placeholder 4">
            <a:extLst>
              <a:ext uri="{FF2B5EF4-FFF2-40B4-BE49-F238E27FC236}">
                <a16:creationId xmlns:a16="http://schemas.microsoft.com/office/drawing/2014/main" id="{F446610D-3861-BA73-8F09-841DD1B3DC33}"/>
              </a:ext>
            </a:extLst>
          </p:cNvPr>
          <p:cNvSpPr>
            <a:spLocks noGrp="1"/>
          </p:cNvSpPr>
          <p:nvPr>
            <p:ph type="sldNum" sz="quarter" idx="19"/>
          </p:nvPr>
        </p:nvSpPr>
        <p:spPr/>
        <p:txBody>
          <a:bodyPr/>
          <a:lstStyle/>
          <a:p>
            <a:fld id="{A3E11DDA-83B4-4A53-8CAA-D5B2A53562D2}" type="slidenum">
              <a:rPr lang="en-SG" smtClean="0"/>
              <a:t>‹#›</a:t>
            </a:fld>
            <a:endParaRPr lang="en-SG"/>
          </a:p>
        </p:txBody>
      </p:sp>
      <p:sp>
        <p:nvSpPr>
          <p:cNvPr id="2" name="Footer Placeholder 3">
            <a:extLst>
              <a:ext uri="{FF2B5EF4-FFF2-40B4-BE49-F238E27FC236}">
                <a16:creationId xmlns:a16="http://schemas.microsoft.com/office/drawing/2014/main" id="{0EB71E01-7F07-4CFC-DCC6-4DD99018FDA6}"/>
              </a:ext>
            </a:extLst>
          </p:cNvPr>
          <p:cNvSpPr txBox="1">
            <a:spLocks/>
          </p:cNvSpPr>
          <p:nvPr/>
        </p:nvSpPr>
        <p:spPr>
          <a:xfrm>
            <a:off x="10049522" y="6386296"/>
            <a:ext cx="1447060" cy="365125"/>
          </a:xfrm>
          <a:prstGeom prst="rect">
            <a:avLst/>
          </a:prstGeom>
        </p:spPr>
        <p:txBody>
          <a:bodyPr vert="horz" lIns="91440" tIns="45720" rIns="91440" bIns="45720" rtlCol="0" anchor="t"/>
          <a:lstStyle>
            <a:defPPr>
              <a:defRPr lang="en-US"/>
            </a:defPPr>
            <a:lvl1pPr marL="0" algn="r" defTabSz="914400" rtl="0" eaLnBrk="1" latinLnBrk="0" hangingPunct="1">
              <a:defRPr sz="8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000000"/>
                </a:solidFill>
                <a:effectLst/>
                <a:uLnTx/>
                <a:uFillTx/>
                <a:latin typeface="Arial" panose="020B0604020202020204"/>
                <a:ea typeface="+mn-ea"/>
                <a:cs typeface="+mn-cs"/>
              </a:rPr>
              <a:t>GF Confidential</a:t>
            </a:r>
          </a:p>
        </p:txBody>
      </p:sp>
    </p:spTree>
    <p:extLst>
      <p:ext uri="{BB962C8B-B14F-4D97-AF65-F5344CB8AC3E}">
        <p14:creationId xmlns:p14="http://schemas.microsoft.com/office/powerpoint/2010/main" val="205083839"/>
      </p:ext>
    </p:extLst>
  </p:cSld>
  <p:clrMapOvr>
    <a:masterClrMapping/>
  </p:clrMapOvr>
  <p:extLst>
    <p:ext uri="{DCECCB84-F9BA-43D5-87BE-67443E8EF086}">
      <p15:sldGuideLst xmlns:p15="http://schemas.microsoft.com/office/powerpoint/2012/main">
        <p15:guide id="1" orient="horz" pos="2160">
          <p15:clr>
            <a:srgbClr val="FBAE40"/>
          </p15:clr>
        </p15:guide>
        <p15:guide id="2" pos="261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mparison_Text">
    <p:spTree>
      <p:nvGrpSpPr>
        <p:cNvPr id="1" name=""/>
        <p:cNvGrpSpPr/>
        <p:nvPr/>
      </p:nvGrpSpPr>
      <p:grpSpPr>
        <a:xfrm>
          <a:off x="0" y="0"/>
          <a:ext cx="0" cy="0"/>
          <a:chOff x="0" y="0"/>
          <a:chExt cx="0" cy="0"/>
        </a:xfrm>
      </p:grpSpPr>
      <p:sp>
        <p:nvSpPr>
          <p:cNvPr id="6" name="Do not remove" hidden="1">
            <a:extLst>
              <a:ext uri="{FF2B5EF4-FFF2-40B4-BE49-F238E27FC236}">
                <a16:creationId xmlns:a16="http://schemas.microsoft.com/office/drawing/2014/main" id="{848D0B6E-DBA3-B00B-E60F-C0F5ECAAC369}"/>
              </a:ext>
            </a:extLst>
          </p:cNvPr>
          <p:cNvSpPr/>
          <p:nvPr>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9" name="graphic">
            <a:extLst>
              <a:ext uri="{FF2B5EF4-FFF2-40B4-BE49-F238E27FC236}">
                <a16:creationId xmlns:a16="http://schemas.microsoft.com/office/drawing/2014/main" id="{47117693-8E8A-484D-86B4-96E527FF0ECB}"/>
              </a:ext>
              <a:ext uri="{C183D7F6-B498-43B3-948B-1728B52AA6E4}">
                <adec:decorative xmlns:adec="http://schemas.microsoft.com/office/drawing/2017/decorative" val="1"/>
              </a:ext>
            </a:extLst>
          </p:cNvPr>
          <p:cNvSpPr/>
          <p:nvPr/>
        </p:nvSpPr>
        <p:spPr>
          <a:xfrm>
            <a:off x="6095125" y="193"/>
            <a:ext cx="6097156" cy="6857615"/>
          </a:xfrm>
          <a:custGeom>
            <a:avLst/>
            <a:gdLst/>
            <a:ahLst/>
            <a:cxnLst/>
            <a:rect l="l" t="t" r="r" b="b"/>
            <a:pathLst>
              <a:path w="10053955" h="11308715">
                <a:moveTo>
                  <a:pt x="10053494" y="0"/>
                </a:moveTo>
                <a:lnTo>
                  <a:pt x="0" y="0"/>
                </a:lnTo>
                <a:lnTo>
                  <a:pt x="0" y="11308556"/>
                </a:lnTo>
                <a:lnTo>
                  <a:pt x="10053494" y="11308556"/>
                </a:lnTo>
                <a:lnTo>
                  <a:pt x="10053494" y="0"/>
                </a:lnTo>
                <a:close/>
              </a:path>
            </a:pathLst>
          </a:custGeom>
          <a:solidFill>
            <a:schemeClr val="accent6"/>
          </a:solidFill>
        </p:spPr>
        <p:txBody>
          <a:bodyPr wrap="square" lIns="0" tIns="0" rIns="0" bIns="0" rtlCol="0"/>
          <a:lstStyle/>
          <a:p>
            <a:endParaRPr sz="1092">
              <a:latin typeface="Arial" panose="020B0604020202020204" pitchFamily="34" charset="0"/>
            </a:endParaRPr>
          </a:p>
        </p:txBody>
      </p:sp>
      <p:sp>
        <p:nvSpPr>
          <p:cNvPr id="2" name="graphic">
            <a:extLst>
              <a:ext uri="{FF2B5EF4-FFF2-40B4-BE49-F238E27FC236}">
                <a16:creationId xmlns:a16="http://schemas.microsoft.com/office/drawing/2014/main" id="{53CD2062-15D2-FCAD-AA31-CCEAE6BAEAB3}"/>
              </a:ext>
              <a:ext uri="{C183D7F6-B498-43B3-948B-1728B52AA6E4}">
                <adec:decorative xmlns:adec="http://schemas.microsoft.com/office/drawing/2017/decorative" val="1"/>
              </a:ext>
            </a:extLst>
          </p:cNvPr>
          <p:cNvSpPr/>
          <p:nvPr/>
        </p:nvSpPr>
        <p:spPr>
          <a:xfrm>
            <a:off x="5894832" y="1720897"/>
            <a:ext cx="402336" cy="402336"/>
          </a:xfrm>
          <a:prstGeom prst="rect">
            <a:avLst/>
          </a:prstGeom>
          <a:solidFill>
            <a:srgbClr val="FF6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graphic">
            <a:extLst>
              <a:ext uri="{FF2B5EF4-FFF2-40B4-BE49-F238E27FC236}">
                <a16:creationId xmlns:a16="http://schemas.microsoft.com/office/drawing/2014/main" id="{04047A66-D103-9EB4-9743-1D947ED6B647}"/>
              </a:ext>
              <a:ext uri="{C183D7F6-B498-43B3-948B-1728B52AA6E4}">
                <adec:decorative xmlns:adec="http://schemas.microsoft.com/office/drawing/2017/decorative" val="1"/>
              </a:ext>
            </a:extLst>
          </p:cNvPr>
          <p:cNvSpPr/>
          <p:nvPr/>
        </p:nvSpPr>
        <p:spPr>
          <a:xfrm>
            <a:off x="5894832" y="2277757"/>
            <a:ext cx="402336" cy="402336"/>
          </a:xfrm>
          <a:prstGeom prst="rect">
            <a:avLst/>
          </a:prstGeom>
          <a:solidFill>
            <a:srgbClr val="FF6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Text Placeholder 19">
            <a:extLst>
              <a:ext uri="{FF2B5EF4-FFF2-40B4-BE49-F238E27FC236}">
                <a16:creationId xmlns:a16="http://schemas.microsoft.com/office/drawing/2014/main" id="{3930DF97-1C31-7E4E-BC43-041350361C3D}"/>
              </a:ext>
            </a:extLst>
          </p:cNvPr>
          <p:cNvSpPr>
            <a:spLocks noGrp="1"/>
          </p:cNvSpPr>
          <p:nvPr>
            <p:ph type="body" sz="quarter" idx="13" hasCustomPrompt="1"/>
          </p:nvPr>
        </p:nvSpPr>
        <p:spPr>
          <a:xfrm>
            <a:off x="1362305" y="1635429"/>
            <a:ext cx="3857655" cy="4031337"/>
          </a:xfrm>
          <a:prstGeom prst="rect">
            <a:avLst/>
          </a:prstGeom>
        </p:spPr>
        <p:txBody>
          <a:bodyPr>
            <a:noAutofit/>
          </a:bodyPr>
          <a:lstStyle>
            <a:lvl1pPr marL="0" indent="0">
              <a:lnSpc>
                <a:spcPct val="100000"/>
              </a:lnSpc>
              <a:spcBef>
                <a:spcPts val="0"/>
              </a:spcBef>
              <a:buNone/>
              <a:defRPr sz="3200">
                <a:solidFill>
                  <a:schemeClr val="bg2"/>
                </a:solidFill>
                <a:latin typeface="+mj-lt"/>
              </a:defRPr>
            </a:lvl1pPr>
            <a:lvl2pPr marL="0" indent="0">
              <a:lnSpc>
                <a:spcPct val="100000"/>
              </a:lnSpc>
              <a:spcBef>
                <a:spcPts val="0"/>
              </a:spcBef>
              <a:buNone/>
              <a:defRPr sz="3200">
                <a:solidFill>
                  <a:schemeClr val="bg2"/>
                </a:solidFill>
                <a:latin typeface="+mj-lt"/>
              </a:defRPr>
            </a:lvl2pPr>
            <a:lvl3pPr marL="0" indent="0">
              <a:lnSpc>
                <a:spcPct val="100000"/>
              </a:lnSpc>
              <a:spcBef>
                <a:spcPts val="0"/>
              </a:spcBef>
              <a:buNone/>
              <a:defRPr sz="3200">
                <a:solidFill>
                  <a:schemeClr val="bg2"/>
                </a:solidFill>
                <a:latin typeface="+mj-lt"/>
              </a:defRPr>
            </a:lvl3pPr>
            <a:lvl4pPr marL="0" indent="0">
              <a:lnSpc>
                <a:spcPct val="100000"/>
              </a:lnSpc>
              <a:spcBef>
                <a:spcPts val="0"/>
              </a:spcBef>
              <a:buNone/>
              <a:defRPr sz="3200">
                <a:solidFill>
                  <a:schemeClr val="bg2"/>
                </a:solidFill>
                <a:latin typeface="+mj-lt"/>
              </a:defRPr>
            </a:lvl4pPr>
            <a:lvl5pPr marL="0" indent="0">
              <a:lnSpc>
                <a:spcPct val="100000"/>
              </a:lnSpc>
              <a:spcBef>
                <a:spcPts val="0"/>
              </a:spcBef>
              <a:buNone/>
              <a:defRPr sz="3200">
                <a:solidFill>
                  <a:schemeClr val="bg2"/>
                </a:solidFill>
                <a:latin typeface="+mj-lt"/>
              </a:defRPr>
            </a:lvl5pPr>
            <a:lvl6pPr marL="0" indent="0">
              <a:lnSpc>
                <a:spcPct val="100000"/>
              </a:lnSpc>
              <a:spcBef>
                <a:spcPts val="0"/>
              </a:spcBef>
              <a:buNone/>
              <a:defRPr sz="3200">
                <a:solidFill>
                  <a:schemeClr val="bg2"/>
                </a:solidFill>
                <a:latin typeface="+mj-lt"/>
              </a:defRPr>
            </a:lvl6pPr>
            <a:lvl7pPr marL="0" indent="0">
              <a:lnSpc>
                <a:spcPct val="100000"/>
              </a:lnSpc>
              <a:spcBef>
                <a:spcPts val="0"/>
              </a:spcBef>
              <a:buNone/>
              <a:defRPr sz="3200">
                <a:solidFill>
                  <a:schemeClr val="bg2"/>
                </a:solidFill>
                <a:latin typeface="+mj-lt"/>
              </a:defRPr>
            </a:lvl7pPr>
            <a:lvl8pPr marL="0" indent="0">
              <a:lnSpc>
                <a:spcPct val="100000"/>
              </a:lnSpc>
              <a:spcBef>
                <a:spcPts val="0"/>
              </a:spcBef>
              <a:buNone/>
              <a:defRPr sz="3200">
                <a:solidFill>
                  <a:schemeClr val="bg2"/>
                </a:solidFill>
              </a:defRPr>
            </a:lvl8pPr>
            <a:lvl9pPr marL="0" indent="0">
              <a:lnSpc>
                <a:spcPct val="100000"/>
              </a:lnSpc>
              <a:spcBef>
                <a:spcPts val="0"/>
              </a:spcBef>
              <a:buNone/>
              <a:defRPr sz="3200">
                <a:solidFill>
                  <a:schemeClr val="bg2"/>
                </a:solidFill>
              </a:defRPr>
            </a:lvl9pPr>
          </a:lstStyle>
          <a:p>
            <a:pPr lvl="0"/>
            <a:r>
              <a:t>Click to add text</a:t>
            </a:r>
          </a:p>
        </p:txBody>
      </p:sp>
      <p:sp>
        <p:nvSpPr>
          <p:cNvPr id="21" name="Text Placeholder 19">
            <a:extLst>
              <a:ext uri="{FF2B5EF4-FFF2-40B4-BE49-F238E27FC236}">
                <a16:creationId xmlns:a16="http://schemas.microsoft.com/office/drawing/2014/main" id="{1E01443D-080A-A744-984D-9F8639393DFA}"/>
              </a:ext>
            </a:extLst>
          </p:cNvPr>
          <p:cNvSpPr>
            <a:spLocks noGrp="1"/>
          </p:cNvSpPr>
          <p:nvPr>
            <p:ph type="body" sz="quarter" idx="14" hasCustomPrompt="1"/>
          </p:nvPr>
        </p:nvSpPr>
        <p:spPr>
          <a:xfrm>
            <a:off x="7226929" y="1635429"/>
            <a:ext cx="3857655" cy="4031337"/>
          </a:xfrm>
          <a:prstGeom prst="rect">
            <a:avLst/>
          </a:prstGeom>
        </p:spPr>
        <p:txBody>
          <a:bodyPr>
            <a:noAutofit/>
          </a:bodyPr>
          <a:lstStyle>
            <a:lvl1pPr marL="0" indent="0">
              <a:lnSpc>
                <a:spcPct val="100000"/>
              </a:lnSpc>
              <a:spcBef>
                <a:spcPts val="0"/>
              </a:spcBef>
              <a:buNone/>
              <a:defRPr sz="3200">
                <a:solidFill>
                  <a:schemeClr val="bg2"/>
                </a:solidFill>
                <a:latin typeface="+mj-lt"/>
              </a:defRPr>
            </a:lvl1pPr>
            <a:lvl2pPr marL="0" indent="0">
              <a:lnSpc>
                <a:spcPct val="100000"/>
              </a:lnSpc>
              <a:spcBef>
                <a:spcPts val="0"/>
              </a:spcBef>
              <a:buNone/>
              <a:defRPr sz="3200">
                <a:solidFill>
                  <a:schemeClr val="bg2"/>
                </a:solidFill>
                <a:latin typeface="+mj-lt"/>
              </a:defRPr>
            </a:lvl2pPr>
            <a:lvl3pPr marL="0" indent="0">
              <a:lnSpc>
                <a:spcPct val="100000"/>
              </a:lnSpc>
              <a:spcBef>
                <a:spcPts val="0"/>
              </a:spcBef>
              <a:buNone/>
              <a:defRPr sz="3200">
                <a:solidFill>
                  <a:schemeClr val="bg2"/>
                </a:solidFill>
                <a:latin typeface="+mj-lt"/>
              </a:defRPr>
            </a:lvl3pPr>
            <a:lvl4pPr marL="0" indent="0">
              <a:lnSpc>
                <a:spcPct val="100000"/>
              </a:lnSpc>
              <a:spcBef>
                <a:spcPts val="0"/>
              </a:spcBef>
              <a:buNone/>
              <a:defRPr sz="3200">
                <a:solidFill>
                  <a:schemeClr val="bg2"/>
                </a:solidFill>
                <a:latin typeface="+mj-lt"/>
              </a:defRPr>
            </a:lvl4pPr>
            <a:lvl5pPr marL="0" indent="0">
              <a:lnSpc>
                <a:spcPct val="100000"/>
              </a:lnSpc>
              <a:spcBef>
                <a:spcPts val="0"/>
              </a:spcBef>
              <a:buNone/>
              <a:defRPr sz="3200">
                <a:solidFill>
                  <a:schemeClr val="bg2"/>
                </a:solidFill>
                <a:latin typeface="+mj-lt"/>
              </a:defRPr>
            </a:lvl5pPr>
            <a:lvl6pPr marL="0" indent="0">
              <a:lnSpc>
                <a:spcPct val="100000"/>
              </a:lnSpc>
              <a:spcBef>
                <a:spcPts val="0"/>
              </a:spcBef>
              <a:buNone/>
              <a:defRPr sz="3200">
                <a:solidFill>
                  <a:schemeClr val="bg2"/>
                </a:solidFill>
                <a:latin typeface="+mj-lt"/>
              </a:defRPr>
            </a:lvl6pPr>
            <a:lvl7pPr marL="0" indent="0">
              <a:lnSpc>
                <a:spcPct val="100000"/>
              </a:lnSpc>
              <a:spcBef>
                <a:spcPts val="0"/>
              </a:spcBef>
              <a:buNone/>
              <a:defRPr sz="3200">
                <a:solidFill>
                  <a:schemeClr val="bg2"/>
                </a:solidFill>
                <a:latin typeface="+mj-lt"/>
              </a:defRPr>
            </a:lvl7pPr>
            <a:lvl8pPr marL="0" indent="0">
              <a:lnSpc>
                <a:spcPct val="100000"/>
              </a:lnSpc>
              <a:spcBef>
                <a:spcPts val="0"/>
              </a:spcBef>
              <a:buNone/>
              <a:defRPr sz="3200">
                <a:solidFill>
                  <a:schemeClr val="bg2"/>
                </a:solidFill>
                <a:latin typeface="+mj-lt"/>
              </a:defRPr>
            </a:lvl8pPr>
            <a:lvl9pPr marL="0" indent="0">
              <a:lnSpc>
                <a:spcPct val="100000"/>
              </a:lnSpc>
              <a:spcBef>
                <a:spcPts val="0"/>
              </a:spcBef>
              <a:buNone/>
              <a:defRPr sz="3200">
                <a:solidFill>
                  <a:schemeClr val="bg2"/>
                </a:solidFill>
                <a:latin typeface="+mj-lt"/>
              </a:defRPr>
            </a:lvl9pPr>
          </a:lstStyle>
          <a:p>
            <a:pPr lvl="0"/>
            <a:r>
              <a:t>Click to add text</a:t>
            </a:r>
          </a:p>
        </p:txBody>
      </p:sp>
      <p:sp>
        <p:nvSpPr>
          <p:cNvPr id="5" name="Slide Number Placeholder 4">
            <a:extLst>
              <a:ext uri="{FF2B5EF4-FFF2-40B4-BE49-F238E27FC236}">
                <a16:creationId xmlns:a16="http://schemas.microsoft.com/office/drawing/2014/main" id="{7090CB43-AE30-E976-F0D0-7C7D0BCD3C44}"/>
              </a:ext>
            </a:extLst>
          </p:cNvPr>
          <p:cNvSpPr>
            <a:spLocks noGrp="1"/>
          </p:cNvSpPr>
          <p:nvPr>
            <p:ph type="sldNum" sz="quarter" idx="17"/>
          </p:nvPr>
        </p:nvSpPr>
        <p:spPr/>
        <p:txBody>
          <a:bodyPr/>
          <a:lstStyle/>
          <a:p>
            <a:fld id="{A3E11DDA-83B4-4A53-8CAA-D5B2A53562D2}" type="slidenum">
              <a:rPr lang="en-SG" smtClean="0"/>
              <a:t>‹#›</a:t>
            </a:fld>
            <a:endParaRPr lang="en-SG"/>
          </a:p>
        </p:txBody>
      </p:sp>
    </p:spTree>
    <p:extLst>
      <p:ext uri="{BB962C8B-B14F-4D97-AF65-F5344CB8AC3E}">
        <p14:creationId xmlns:p14="http://schemas.microsoft.com/office/powerpoint/2010/main" val="1702829643"/>
      </p:ext>
    </p:extLst>
  </p:cSld>
  <p:clrMapOvr>
    <a:masterClrMapping/>
  </p:clrMapOvr>
  <p:extLst>
    <p:ext uri="{DCECCB84-F9BA-43D5-87BE-67443E8EF086}">
      <p15:sldGuideLst xmlns:p15="http://schemas.microsoft.com/office/powerpoint/2012/main">
        <p15:guide id="1" pos="3840">
          <p15:clr>
            <a:srgbClr val="FBAE40"/>
          </p15:clr>
        </p15:guide>
        <p15:guide id="2" orient="horz" pos="108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3 Column with Icons">
    <p:spTree>
      <p:nvGrpSpPr>
        <p:cNvPr id="1" name=""/>
        <p:cNvGrpSpPr/>
        <p:nvPr/>
      </p:nvGrpSpPr>
      <p:grpSpPr>
        <a:xfrm>
          <a:off x="0" y="0"/>
          <a:ext cx="0" cy="0"/>
          <a:chOff x="0" y="0"/>
          <a:chExt cx="0" cy="0"/>
        </a:xfrm>
      </p:grpSpPr>
      <p:sp>
        <p:nvSpPr>
          <p:cNvPr id="6" name="Do not remove" hidden="1">
            <a:extLst>
              <a:ext uri="{FF2B5EF4-FFF2-40B4-BE49-F238E27FC236}">
                <a16:creationId xmlns:a16="http://schemas.microsoft.com/office/drawing/2014/main" id="{32F8C453-028A-CC66-BD03-8802DA0D6738}"/>
              </a:ext>
            </a:extLst>
          </p:cNvPr>
          <p:cNvSpPr/>
          <p:nvPr>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8" name="Title 7">
            <a:extLst>
              <a:ext uri="{FF2B5EF4-FFF2-40B4-BE49-F238E27FC236}">
                <a16:creationId xmlns:a16="http://schemas.microsoft.com/office/drawing/2014/main" id="{7630BB34-D1AA-734B-70EA-B3A0D03220B5}"/>
              </a:ext>
            </a:extLst>
          </p:cNvPr>
          <p:cNvSpPr>
            <a:spLocks noGrp="1"/>
          </p:cNvSpPr>
          <p:nvPr>
            <p:ph type="title" hasCustomPrompt="1"/>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dirty="0"/>
              <a:t>Change font color to black if desired</a:t>
            </a:r>
          </a:p>
        </p:txBody>
      </p:sp>
      <p:sp>
        <p:nvSpPr>
          <p:cNvPr id="3" name="Picture Placeholder 2">
            <a:extLst>
              <a:ext uri="{FF2B5EF4-FFF2-40B4-BE49-F238E27FC236}">
                <a16:creationId xmlns:a16="http://schemas.microsoft.com/office/drawing/2014/main" id="{07C48A48-CCD2-8C49-9365-BA07992F78B4}"/>
              </a:ext>
            </a:extLst>
          </p:cNvPr>
          <p:cNvSpPr>
            <a:spLocks noGrp="1" noChangeAspect="1"/>
          </p:cNvSpPr>
          <p:nvPr>
            <p:ph type="pic" sz="quarter" idx="28" hasCustomPrompt="1"/>
          </p:nvPr>
        </p:nvSpPr>
        <p:spPr>
          <a:xfrm>
            <a:off x="2043202" y="1617880"/>
            <a:ext cx="831732" cy="831739"/>
          </a:xfrm>
          <a:prstGeom prst="rect">
            <a:avLst/>
          </a:prstGeom>
          <a:noFill/>
        </p:spPr>
        <p:txBody>
          <a:bodyPr>
            <a:noAutofit/>
          </a:bodyPr>
          <a:lstStyle>
            <a:lvl1pPr marL="0" indent="0" algn="ctr">
              <a:buNone/>
              <a:defRPr sz="1400"/>
            </a:lvl1pPr>
          </a:lstStyle>
          <a:p>
            <a:r>
              <a:rPr dirty="0"/>
              <a:t>Click to add icon</a:t>
            </a:r>
          </a:p>
        </p:txBody>
      </p:sp>
      <p:sp>
        <p:nvSpPr>
          <p:cNvPr id="18" name="Text Placeholder 20">
            <a:extLst>
              <a:ext uri="{FF2B5EF4-FFF2-40B4-BE49-F238E27FC236}">
                <a16:creationId xmlns:a16="http://schemas.microsoft.com/office/drawing/2014/main" id="{7C428E38-FB22-49D4-A3EC-FD35DBD2E8E5}"/>
              </a:ext>
            </a:extLst>
          </p:cNvPr>
          <p:cNvSpPr>
            <a:spLocks noGrp="1"/>
          </p:cNvSpPr>
          <p:nvPr>
            <p:ph type="body" sz="quarter" idx="16" hasCustomPrompt="1"/>
          </p:nvPr>
        </p:nvSpPr>
        <p:spPr>
          <a:xfrm>
            <a:off x="1034857" y="2577063"/>
            <a:ext cx="2932811" cy="801174"/>
          </a:xfrm>
          <a:prstGeom prst="rect">
            <a:avLst/>
          </a:prstGeom>
        </p:spPr>
        <p:txBody>
          <a:bodyPr anchor="b" anchorCtr="0">
            <a:noAutofit/>
          </a:bodyPr>
          <a:lstStyle>
            <a:lvl1pPr marL="0" indent="0">
              <a:spcBef>
                <a:spcPts val="0"/>
              </a:spcBef>
              <a:buNone/>
              <a:defRPr sz="2400" b="1" baseline="0">
                <a:latin typeface="+mn-lt"/>
              </a:defRPr>
            </a:lvl1pPr>
            <a:lvl2pPr marL="0" indent="0">
              <a:spcBef>
                <a:spcPts val="0"/>
              </a:spcBef>
              <a:buNone/>
              <a:defRPr sz="2400" b="1">
                <a:latin typeface="+mn-lt"/>
              </a:defRPr>
            </a:lvl2pPr>
            <a:lvl3pPr marL="0" indent="0">
              <a:spcBef>
                <a:spcPts val="0"/>
              </a:spcBef>
              <a:buNone/>
              <a:defRPr sz="2400" b="1">
                <a:latin typeface="+mn-lt"/>
              </a:defRPr>
            </a:lvl3pPr>
            <a:lvl4pPr marL="0" indent="0">
              <a:spcBef>
                <a:spcPts val="0"/>
              </a:spcBef>
              <a:buNone/>
              <a:defRPr sz="2400" b="1">
                <a:latin typeface="+mn-lt"/>
              </a:defRPr>
            </a:lvl4pPr>
            <a:lvl5pPr marL="0" indent="0">
              <a:spcBef>
                <a:spcPts val="0"/>
              </a:spcBef>
              <a:buNone/>
              <a:defRPr sz="2400" b="1">
                <a:latin typeface="+mn-lt"/>
              </a:defRPr>
            </a:lvl5pPr>
            <a:lvl6pPr marL="0" indent="0">
              <a:spcBef>
                <a:spcPts val="0"/>
              </a:spcBef>
              <a:buNone/>
              <a:defRPr sz="2400" b="1">
                <a:latin typeface="+mn-lt"/>
              </a:defRPr>
            </a:lvl6pPr>
            <a:lvl7pPr marL="0" indent="0">
              <a:spcBef>
                <a:spcPts val="0"/>
              </a:spcBef>
              <a:buNone/>
              <a:defRPr sz="2400" b="1">
                <a:latin typeface="+mn-lt"/>
              </a:defRPr>
            </a:lvl7pPr>
            <a:lvl8pPr marL="0" indent="0">
              <a:spcBef>
                <a:spcPts val="0"/>
              </a:spcBef>
              <a:buNone/>
              <a:defRPr sz="2400" b="1">
                <a:latin typeface="+mn-lt"/>
              </a:defRPr>
            </a:lvl8pPr>
            <a:lvl9pPr marL="0" indent="0">
              <a:spcBef>
                <a:spcPts val="0"/>
              </a:spcBef>
              <a:buNone/>
              <a:defRPr sz="2400" b="1">
                <a:latin typeface="+mn-lt"/>
              </a:defRPr>
            </a:lvl9pPr>
          </a:lstStyle>
          <a:p>
            <a:pPr lvl="0"/>
            <a:r>
              <a:t>Click to add text</a:t>
            </a:r>
          </a:p>
        </p:txBody>
      </p:sp>
      <p:sp>
        <p:nvSpPr>
          <p:cNvPr id="19" name="Text Placeholder 22">
            <a:extLst>
              <a:ext uri="{FF2B5EF4-FFF2-40B4-BE49-F238E27FC236}">
                <a16:creationId xmlns:a16="http://schemas.microsoft.com/office/drawing/2014/main" id="{5BBDAD50-AEE0-4932-A9C5-D9EA8FECE977}"/>
              </a:ext>
            </a:extLst>
          </p:cNvPr>
          <p:cNvSpPr>
            <a:spLocks noGrp="1"/>
          </p:cNvSpPr>
          <p:nvPr>
            <p:ph type="body" sz="quarter" idx="20" hasCustomPrompt="1"/>
          </p:nvPr>
        </p:nvSpPr>
        <p:spPr>
          <a:xfrm>
            <a:off x="1034857" y="3536246"/>
            <a:ext cx="2932811" cy="2358666"/>
          </a:xfrm>
          <a:prstGeom prst="rect">
            <a:avLst/>
          </a:prstGeom>
        </p:spPr>
        <p:txBody>
          <a:bodyPr>
            <a:noAutofit/>
          </a:bodyPr>
          <a:lstStyle>
            <a:lvl1pPr marL="0" indent="0">
              <a:lnSpc>
                <a:spcPct val="130000"/>
              </a:lnSpc>
              <a:spcBef>
                <a:spcPts val="0"/>
              </a:spcBef>
              <a:buNone/>
              <a:defRPr sz="1400"/>
            </a:lvl1pPr>
            <a:lvl2pPr marL="0" indent="0">
              <a:lnSpc>
                <a:spcPct val="130000"/>
              </a:lnSpc>
              <a:spcBef>
                <a:spcPts val="0"/>
              </a:spcBef>
              <a:buNone/>
              <a:defRPr sz="1400"/>
            </a:lvl2pPr>
            <a:lvl3pPr marL="0" indent="0">
              <a:lnSpc>
                <a:spcPct val="130000"/>
              </a:lnSpc>
              <a:spcBef>
                <a:spcPts val="0"/>
              </a:spcBef>
              <a:buNone/>
              <a:defRPr sz="1400"/>
            </a:lvl3pPr>
            <a:lvl4pPr marL="0" indent="0">
              <a:lnSpc>
                <a:spcPct val="130000"/>
              </a:lnSpc>
              <a:spcBef>
                <a:spcPts val="0"/>
              </a:spcBef>
              <a:buNone/>
              <a:defRPr sz="1400"/>
            </a:lvl4pPr>
            <a:lvl5pPr marL="0" indent="0">
              <a:lnSpc>
                <a:spcPct val="130000"/>
              </a:lnSpc>
              <a:spcBef>
                <a:spcPts val="0"/>
              </a:spcBef>
              <a:buNone/>
              <a:defRPr sz="1400"/>
            </a:lvl5pPr>
            <a:lvl6pPr marL="0" indent="0">
              <a:lnSpc>
                <a:spcPct val="130000"/>
              </a:lnSpc>
              <a:spcBef>
                <a:spcPts val="0"/>
              </a:spcBef>
              <a:buNone/>
              <a:defRPr sz="1400"/>
            </a:lvl6pPr>
            <a:lvl7pPr marL="0" indent="0">
              <a:lnSpc>
                <a:spcPct val="130000"/>
              </a:lnSpc>
              <a:spcBef>
                <a:spcPts val="0"/>
              </a:spcBef>
              <a:buNone/>
              <a:defRPr sz="1400"/>
            </a:lvl7pPr>
          </a:lstStyle>
          <a:p>
            <a:pPr lvl="0"/>
            <a:r>
              <a:t>Click to add a paragraph of text. The rest is placeholder copy.</a:t>
            </a:r>
          </a:p>
        </p:txBody>
      </p:sp>
      <p:sp>
        <p:nvSpPr>
          <p:cNvPr id="39" name="Picture Placeholder 2">
            <a:extLst>
              <a:ext uri="{FF2B5EF4-FFF2-40B4-BE49-F238E27FC236}">
                <a16:creationId xmlns:a16="http://schemas.microsoft.com/office/drawing/2014/main" id="{D2A27F84-A992-1F4D-9385-67DBF9ABD013}"/>
              </a:ext>
            </a:extLst>
          </p:cNvPr>
          <p:cNvSpPr>
            <a:spLocks noGrp="1" noChangeAspect="1"/>
          </p:cNvSpPr>
          <p:nvPr>
            <p:ph type="pic" sz="quarter" idx="29" hasCustomPrompt="1"/>
          </p:nvPr>
        </p:nvSpPr>
        <p:spPr>
          <a:xfrm>
            <a:off x="5664815" y="1617880"/>
            <a:ext cx="831732" cy="831739"/>
          </a:xfrm>
          <a:prstGeom prst="rect">
            <a:avLst/>
          </a:prstGeom>
          <a:noFill/>
        </p:spPr>
        <p:txBody>
          <a:bodyPr wrap="square" lIns="0" tIns="0" rIns="0" bIns="0">
            <a:noAutofit/>
          </a:bodyPr>
          <a:lstStyle>
            <a:lvl1pPr marL="0" indent="0" algn="ctr">
              <a:buNone/>
              <a:defRPr sz="1400"/>
            </a:lvl1pPr>
          </a:lstStyle>
          <a:p>
            <a:pPr lvl="0"/>
            <a:r>
              <a:t>Click to add icon</a:t>
            </a:r>
          </a:p>
        </p:txBody>
      </p:sp>
      <p:sp>
        <p:nvSpPr>
          <p:cNvPr id="24" name="Text Placeholder 20">
            <a:extLst>
              <a:ext uri="{FF2B5EF4-FFF2-40B4-BE49-F238E27FC236}">
                <a16:creationId xmlns:a16="http://schemas.microsoft.com/office/drawing/2014/main" id="{1FD8749B-5D53-462B-B4F7-E565871A9AD2}"/>
              </a:ext>
            </a:extLst>
          </p:cNvPr>
          <p:cNvSpPr>
            <a:spLocks noGrp="1"/>
          </p:cNvSpPr>
          <p:nvPr>
            <p:ph type="body" sz="quarter" idx="31" hasCustomPrompt="1"/>
          </p:nvPr>
        </p:nvSpPr>
        <p:spPr>
          <a:xfrm>
            <a:off x="4660521" y="2577063"/>
            <a:ext cx="2932811" cy="801174"/>
          </a:xfrm>
          <a:prstGeom prst="rect">
            <a:avLst/>
          </a:prstGeom>
        </p:spPr>
        <p:txBody>
          <a:bodyPr anchor="b" anchorCtr="0">
            <a:noAutofit/>
          </a:bodyPr>
          <a:lstStyle>
            <a:lvl1pPr marL="0" indent="0">
              <a:spcBef>
                <a:spcPts val="0"/>
              </a:spcBef>
              <a:buNone/>
              <a:defRPr sz="2400" b="1" baseline="0">
                <a:latin typeface="+mn-lt"/>
              </a:defRPr>
            </a:lvl1pPr>
            <a:lvl2pPr marL="0" indent="0">
              <a:spcBef>
                <a:spcPts val="0"/>
              </a:spcBef>
              <a:buNone/>
              <a:defRPr sz="2400" b="1">
                <a:latin typeface="+mn-lt"/>
              </a:defRPr>
            </a:lvl2pPr>
            <a:lvl3pPr marL="0" indent="0">
              <a:spcBef>
                <a:spcPts val="0"/>
              </a:spcBef>
              <a:buNone/>
              <a:defRPr sz="2400" b="1">
                <a:latin typeface="+mn-lt"/>
              </a:defRPr>
            </a:lvl3pPr>
            <a:lvl4pPr marL="0" indent="0">
              <a:spcBef>
                <a:spcPts val="0"/>
              </a:spcBef>
              <a:buNone/>
              <a:defRPr sz="2400" b="1">
                <a:latin typeface="+mn-lt"/>
              </a:defRPr>
            </a:lvl4pPr>
            <a:lvl5pPr marL="0" indent="0">
              <a:spcBef>
                <a:spcPts val="0"/>
              </a:spcBef>
              <a:buNone/>
              <a:defRPr sz="2400" b="1">
                <a:latin typeface="+mn-lt"/>
              </a:defRPr>
            </a:lvl5pPr>
            <a:lvl6pPr marL="0" indent="0">
              <a:spcBef>
                <a:spcPts val="0"/>
              </a:spcBef>
              <a:buNone/>
              <a:defRPr sz="2400" b="1">
                <a:latin typeface="+mn-lt"/>
              </a:defRPr>
            </a:lvl6pPr>
            <a:lvl7pPr marL="0" indent="0">
              <a:spcBef>
                <a:spcPts val="0"/>
              </a:spcBef>
              <a:buNone/>
              <a:defRPr sz="2400" b="1">
                <a:latin typeface="+mn-lt"/>
              </a:defRPr>
            </a:lvl7pPr>
          </a:lstStyle>
          <a:p>
            <a:pPr lvl="0"/>
            <a:r>
              <a:t>Click to add text</a:t>
            </a:r>
          </a:p>
        </p:txBody>
      </p:sp>
      <p:sp>
        <p:nvSpPr>
          <p:cNvPr id="28" name="Text Placeholder 22">
            <a:extLst>
              <a:ext uri="{FF2B5EF4-FFF2-40B4-BE49-F238E27FC236}">
                <a16:creationId xmlns:a16="http://schemas.microsoft.com/office/drawing/2014/main" id="{E5B341A6-D9B8-4143-B5A9-03A64B9E809C}"/>
              </a:ext>
            </a:extLst>
          </p:cNvPr>
          <p:cNvSpPr>
            <a:spLocks noGrp="1"/>
          </p:cNvSpPr>
          <p:nvPr>
            <p:ph type="body" sz="quarter" idx="32" hasCustomPrompt="1"/>
          </p:nvPr>
        </p:nvSpPr>
        <p:spPr>
          <a:xfrm>
            <a:off x="4660521" y="3536246"/>
            <a:ext cx="2932811" cy="2358666"/>
          </a:xfrm>
          <a:prstGeom prst="rect">
            <a:avLst/>
          </a:prstGeom>
        </p:spPr>
        <p:txBody>
          <a:bodyPr>
            <a:noAutofit/>
          </a:bodyPr>
          <a:lstStyle>
            <a:lvl1pPr marL="0" indent="0">
              <a:lnSpc>
                <a:spcPct val="130000"/>
              </a:lnSpc>
              <a:spcBef>
                <a:spcPts val="0"/>
              </a:spcBef>
              <a:buNone/>
              <a:defRPr sz="1400"/>
            </a:lvl1pPr>
            <a:lvl2pPr marL="0" indent="0">
              <a:lnSpc>
                <a:spcPct val="130000"/>
              </a:lnSpc>
              <a:spcBef>
                <a:spcPts val="0"/>
              </a:spcBef>
              <a:buNone/>
              <a:defRPr sz="1400"/>
            </a:lvl2pPr>
            <a:lvl3pPr marL="0" indent="0">
              <a:lnSpc>
                <a:spcPct val="130000"/>
              </a:lnSpc>
              <a:spcBef>
                <a:spcPts val="0"/>
              </a:spcBef>
              <a:buNone/>
              <a:defRPr sz="1400"/>
            </a:lvl3pPr>
            <a:lvl4pPr marL="0" indent="0">
              <a:lnSpc>
                <a:spcPct val="130000"/>
              </a:lnSpc>
              <a:spcBef>
                <a:spcPts val="0"/>
              </a:spcBef>
              <a:buNone/>
              <a:defRPr sz="1400"/>
            </a:lvl4pPr>
            <a:lvl5pPr marL="0" indent="0">
              <a:lnSpc>
                <a:spcPct val="130000"/>
              </a:lnSpc>
              <a:spcBef>
                <a:spcPts val="0"/>
              </a:spcBef>
              <a:buNone/>
              <a:defRPr sz="1400"/>
            </a:lvl5pPr>
            <a:lvl6pPr marL="0" indent="0">
              <a:lnSpc>
                <a:spcPct val="130000"/>
              </a:lnSpc>
              <a:spcBef>
                <a:spcPts val="0"/>
              </a:spcBef>
              <a:buNone/>
              <a:defRPr sz="1400"/>
            </a:lvl6pPr>
            <a:lvl7pPr marL="0" indent="0">
              <a:lnSpc>
                <a:spcPct val="130000"/>
              </a:lnSpc>
              <a:spcBef>
                <a:spcPts val="0"/>
              </a:spcBef>
              <a:buNone/>
              <a:defRPr sz="1400"/>
            </a:lvl7pPr>
            <a:lvl8pPr marL="0" indent="0">
              <a:lnSpc>
                <a:spcPct val="130000"/>
              </a:lnSpc>
              <a:spcBef>
                <a:spcPts val="0"/>
              </a:spcBef>
              <a:buNone/>
              <a:defRPr sz="1400"/>
            </a:lvl8pPr>
            <a:lvl9pPr marL="0" indent="0">
              <a:lnSpc>
                <a:spcPct val="130000"/>
              </a:lnSpc>
              <a:spcBef>
                <a:spcPts val="0"/>
              </a:spcBef>
              <a:buNone/>
              <a:defRPr sz="1400"/>
            </a:lvl9pPr>
          </a:lstStyle>
          <a:p>
            <a:pPr lvl="0"/>
            <a:r>
              <a:t>Click to add a paragraph of text. The rest is placeholder copy.</a:t>
            </a:r>
          </a:p>
        </p:txBody>
      </p:sp>
      <p:sp>
        <p:nvSpPr>
          <p:cNvPr id="42" name="Picture Placeholder 2">
            <a:extLst>
              <a:ext uri="{FF2B5EF4-FFF2-40B4-BE49-F238E27FC236}">
                <a16:creationId xmlns:a16="http://schemas.microsoft.com/office/drawing/2014/main" id="{1E2CCD22-96F8-D249-91BE-E6A9BDAA23D0}"/>
              </a:ext>
            </a:extLst>
          </p:cNvPr>
          <p:cNvSpPr>
            <a:spLocks noGrp="1" noChangeAspect="1"/>
          </p:cNvSpPr>
          <p:nvPr>
            <p:ph type="pic" sz="quarter" idx="30" hasCustomPrompt="1"/>
          </p:nvPr>
        </p:nvSpPr>
        <p:spPr>
          <a:xfrm>
            <a:off x="9280482" y="1617880"/>
            <a:ext cx="831732" cy="831739"/>
          </a:xfrm>
          <a:prstGeom prst="rect">
            <a:avLst/>
          </a:prstGeom>
          <a:noFill/>
        </p:spPr>
        <p:txBody>
          <a:bodyPr>
            <a:noAutofit/>
          </a:bodyPr>
          <a:lstStyle>
            <a:lvl1pPr marL="0" indent="0" algn="ctr">
              <a:buNone/>
              <a:defRPr sz="1400"/>
            </a:lvl1pPr>
          </a:lstStyle>
          <a:p>
            <a:r>
              <a:t>Click to add icon</a:t>
            </a:r>
          </a:p>
        </p:txBody>
      </p:sp>
      <p:sp>
        <p:nvSpPr>
          <p:cNvPr id="29" name="Text Placeholder 20">
            <a:extLst>
              <a:ext uri="{FF2B5EF4-FFF2-40B4-BE49-F238E27FC236}">
                <a16:creationId xmlns:a16="http://schemas.microsoft.com/office/drawing/2014/main" id="{947E6240-7B7D-4518-ABB4-2AECE7F68331}"/>
              </a:ext>
            </a:extLst>
          </p:cNvPr>
          <p:cNvSpPr>
            <a:spLocks noGrp="1"/>
          </p:cNvSpPr>
          <p:nvPr>
            <p:ph type="body" sz="quarter" idx="33" hasCustomPrompt="1"/>
          </p:nvPr>
        </p:nvSpPr>
        <p:spPr>
          <a:xfrm>
            <a:off x="8276187" y="2577063"/>
            <a:ext cx="2932811" cy="801174"/>
          </a:xfrm>
          <a:prstGeom prst="rect">
            <a:avLst/>
          </a:prstGeom>
        </p:spPr>
        <p:txBody>
          <a:bodyPr anchor="b" anchorCtr="0">
            <a:noAutofit/>
          </a:bodyPr>
          <a:lstStyle>
            <a:lvl1pPr marL="0" indent="0">
              <a:spcBef>
                <a:spcPts val="0"/>
              </a:spcBef>
              <a:buNone/>
              <a:defRPr sz="2400" b="1" baseline="0">
                <a:latin typeface="+mn-lt"/>
              </a:defRPr>
            </a:lvl1pPr>
            <a:lvl2pPr marL="0" indent="0">
              <a:spcBef>
                <a:spcPts val="0"/>
              </a:spcBef>
              <a:buNone/>
              <a:defRPr sz="2400" b="1">
                <a:latin typeface="+mn-lt"/>
              </a:defRPr>
            </a:lvl2pPr>
            <a:lvl3pPr marL="0" indent="0">
              <a:spcBef>
                <a:spcPts val="0"/>
              </a:spcBef>
              <a:buNone/>
              <a:defRPr sz="2400" b="1">
                <a:latin typeface="+mn-lt"/>
              </a:defRPr>
            </a:lvl3pPr>
            <a:lvl4pPr marL="0" indent="0">
              <a:spcBef>
                <a:spcPts val="0"/>
              </a:spcBef>
              <a:buNone/>
              <a:defRPr sz="2400" b="1">
                <a:latin typeface="+mn-lt"/>
              </a:defRPr>
            </a:lvl4pPr>
            <a:lvl5pPr marL="0" indent="0">
              <a:spcBef>
                <a:spcPts val="0"/>
              </a:spcBef>
              <a:buNone/>
              <a:defRPr sz="2400" b="1">
                <a:latin typeface="+mn-lt"/>
              </a:defRPr>
            </a:lvl5pPr>
            <a:lvl6pPr marL="0" indent="0">
              <a:spcBef>
                <a:spcPts val="0"/>
              </a:spcBef>
              <a:buNone/>
              <a:defRPr sz="2400" b="1">
                <a:latin typeface="+mn-lt"/>
              </a:defRPr>
            </a:lvl6pPr>
            <a:lvl7pPr marL="0" indent="0">
              <a:spcBef>
                <a:spcPts val="0"/>
              </a:spcBef>
              <a:buNone/>
              <a:defRPr sz="2400" b="1">
                <a:latin typeface="+mn-lt"/>
              </a:defRPr>
            </a:lvl7pPr>
            <a:lvl8pPr marL="0" indent="0">
              <a:spcBef>
                <a:spcPts val="0"/>
              </a:spcBef>
              <a:buNone/>
              <a:defRPr sz="2400" b="1">
                <a:latin typeface="+mn-lt"/>
              </a:defRPr>
            </a:lvl8pPr>
            <a:lvl9pPr marL="0" indent="0">
              <a:spcBef>
                <a:spcPts val="0"/>
              </a:spcBef>
              <a:buNone/>
              <a:defRPr sz="2400" b="1">
                <a:latin typeface="+mn-lt"/>
              </a:defRPr>
            </a:lvl9pPr>
          </a:lstStyle>
          <a:p>
            <a:pPr lvl="0"/>
            <a:r>
              <a:t>Click to add text</a:t>
            </a:r>
          </a:p>
        </p:txBody>
      </p:sp>
      <p:sp>
        <p:nvSpPr>
          <p:cNvPr id="30" name="Text Placeholder 22">
            <a:extLst>
              <a:ext uri="{FF2B5EF4-FFF2-40B4-BE49-F238E27FC236}">
                <a16:creationId xmlns:a16="http://schemas.microsoft.com/office/drawing/2014/main" id="{171BE578-27D8-4CCE-AB4A-9399D4E7FE0A}"/>
              </a:ext>
            </a:extLst>
          </p:cNvPr>
          <p:cNvSpPr>
            <a:spLocks noGrp="1"/>
          </p:cNvSpPr>
          <p:nvPr>
            <p:ph type="body" sz="quarter" idx="34" hasCustomPrompt="1"/>
          </p:nvPr>
        </p:nvSpPr>
        <p:spPr>
          <a:xfrm>
            <a:off x="8276187" y="3536246"/>
            <a:ext cx="2932811" cy="2358666"/>
          </a:xfrm>
          <a:prstGeom prst="rect">
            <a:avLst/>
          </a:prstGeom>
        </p:spPr>
        <p:txBody>
          <a:bodyPr>
            <a:noAutofit/>
          </a:bodyPr>
          <a:lstStyle>
            <a:lvl1pPr marL="0" indent="0">
              <a:lnSpc>
                <a:spcPct val="130000"/>
              </a:lnSpc>
              <a:spcBef>
                <a:spcPts val="0"/>
              </a:spcBef>
              <a:buNone/>
              <a:defRPr sz="1400"/>
            </a:lvl1pPr>
            <a:lvl2pPr marL="0" indent="0">
              <a:lnSpc>
                <a:spcPct val="130000"/>
              </a:lnSpc>
              <a:spcBef>
                <a:spcPts val="0"/>
              </a:spcBef>
              <a:buNone/>
              <a:defRPr sz="1400"/>
            </a:lvl2pPr>
            <a:lvl3pPr marL="0" indent="0">
              <a:lnSpc>
                <a:spcPct val="130000"/>
              </a:lnSpc>
              <a:spcBef>
                <a:spcPts val="0"/>
              </a:spcBef>
              <a:buNone/>
              <a:defRPr sz="1400"/>
            </a:lvl3pPr>
            <a:lvl4pPr marL="0" indent="0">
              <a:lnSpc>
                <a:spcPct val="130000"/>
              </a:lnSpc>
              <a:spcBef>
                <a:spcPts val="0"/>
              </a:spcBef>
              <a:buNone/>
              <a:defRPr sz="1400"/>
            </a:lvl4pPr>
            <a:lvl5pPr marL="0" indent="0">
              <a:lnSpc>
                <a:spcPct val="130000"/>
              </a:lnSpc>
              <a:spcBef>
                <a:spcPts val="0"/>
              </a:spcBef>
              <a:buNone/>
              <a:defRPr sz="1400"/>
            </a:lvl5pPr>
            <a:lvl6pPr marL="0" indent="0">
              <a:lnSpc>
                <a:spcPct val="130000"/>
              </a:lnSpc>
              <a:spcBef>
                <a:spcPts val="0"/>
              </a:spcBef>
              <a:buNone/>
              <a:defRPr sz="1400"/>
            </a:lvl6pPr>
            <a:lvl7pPr marL="0" indent="0">
              <a:lnSpc>
                <a:spcPct val="130000"/>
              </a:lnSpc>
              <a:spcBef>
                <a:spcPts val="0"/>
              </a:spcBef>
              <a:buNone/>
              <a:defRPr sz="1400"/>
            </a:lvl7pPr>
            <a:lvl8pPr marL="0" indent="0">
              <a:lnSpc>
                <a:spcPct val="130000"/>
              </a:lnSpc>
              <a:spcBef>
                <a:spcPts val="0"/>
              </a:spcBef>
              <a:buNone/>
              <a:defRPr sz="1400"/>
            </a:lvl8pPr>
            <a:lvl9pPr marL="0" indent="0">
              <a:lnSpc>
                <a:spcPct val="130000"/>
              </a:lnSpc>
              <a:spcBef>
                <a:spcPts val="0"/>
              </a:spcBef>
              <a:buNone/>
              <a:defRPr sz="1400"/>
            </a:lvl9pPr>
          </a:lstStyle>
          <a:p>
            <a:pPr lvl="0"/>
            <a:r>
              <a:t>Click to add a paragraph of text. The rest is placeholder copy.</a:t>
            </a:r>
          </a:p>
        </p:txBody>
      </p:sp>
      <p:sp>
        <p:nvSpPr>
          <p:cNvPr id="5" name="Slide Number Placeholder 4">
            <a:extLst>
              <a:ext uri="{FF2B5EF4-FFF2-40B4-BE49-F238E27FC236}">
                <a16:creationId xmlns:a16="http://schemas.microsoft.com/office/drawing/2014/main" id="{B87D4C8C-83CC-4763-D3B1-56BE98C86CAA}"/>
              </a:ext>
            </a:extLst>
          </p:cNvPr>
          <p:cNvSpPr>
            <a:spLocks noGrp="1"/>
          </p:cNvSpPr>
          <p:nvPr>
            <p:ph type="sldNum" sz="quarter" idx="37"/>
          </p:nvPr>
        </p:nvSpPr>
        <p:spPr/>
        <p:txBody>
          <a:bodyPr/>
          <a:lstStyle/>
          <a:p>
            <a:fld id="{A3E11DDA-83B4-4A53-8CAA-D5B2A53562D2}" type="slidenum">
              <a:rPr lang="en-SG" smtClean="0"/>
              <a:t>‹#›</a:t>
            </a:fld>
            <a:endParaRPr lang="en-SG"/>
          </a:p>
        </p:txBody>
      </p:sp>
      <p:sp>
        <p:nvSpPr>
          <p:cNvPr id="2" name="Footer Placeholder 3">
            <a:extLst>
              <a:ext uri="{FF2B5EF4-FFF2-40B4-BE49-F238E27FC236}">
                <a16:creationId xmlns:a16="http://schemas.microsoft.com/office/drawing/2014/main" id="{C1EDABC6-38B3-11BC-406D-8B62665E8B43}"/>
              </a:ext>
            </a:extLst>
          </p:cNvPr>
          <p:cNvSpPr txBox="1">
            <a:spLocks/>
          </p:cNvSpPr>
          <p:nvPr/>
        </p:nvSpPr>
        <p:spPr>
          <a:xfrm>
            <a:off x="10049522" y="6386296"/>
            <a:ext cx="1447060" cy="365125"/>
          </a:xfrm>
          <a:prstGeom prst="rect">
            <a:avLst/>
          </a:prstGeom>
        </p:spPr>
        <p:txBody>
          <a:bodyPr vert="horz" lIns="91440" tIns="45720" rIns="91440" bIns="45720" rtlCol="0" anchor="t"/>
          <a:lstStyle>
            <a:defPPr>
              <a:defRPr lang="en-US"/>
            </a:defPPr>
            <a:lvl1pPr marL="0" algn="r" defTabSz="914400" rtl="0" eaLnBrk="1" latinLnBrk="0" hangingPunct="1">
              <a:defRPr sz="8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000000"/>
                </a:solidFill>
                <a:effectLst/>
                <a:uLnTx/>
                <a:uFillTx/>
                <a:latin typeface="Arial" panose="020B0604020202020204"/>
                <a:ea typeface="+mn-ea"/>
                <a:cs typeface="+mn-cs"/>
              </a:rPr>
              <a:t>GF Confidential</a:t>
            </a:r>
          </a:p>
        </p:txBody>
      </p:sp>
    </p:spTree>
    <p:extLst>
      <p:ext uri="{BB962C8B-B14F-4D97-AF65-F5344CB8AC3E}">
        <p14:creationId xmlns:p14="http://schemas.microsoft.com/office/powerpoint/2010/main" val="136750530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mparison_Images">
    <p:spTree>
      <p:nvGrpSpPr>
        <p:cNvPr id="1" name=""/>
        <p:cNvGrpSpPr/>
        <p:nvPr/>
      </p:nvGrpSpPr>
      <p:grpSpPr>
        <a:xfrm>
          <a:off x="0" y="0"/>
          <a:ext cx="0" cy="0"/>
          <a:chOff x="0" y="0"/>
          <a:chExt cx="0" cy="0"/>
        </a:xfrm>
      </p:grpSpPr>
      <p:sp>
        <p:nvSpPr>
          <p:cNvPr id="9" name="Do not remove" hidden="1">
            <a:extLst>
              <a:ext uri="{FF2B5EF4-FFF2-40B4-BE49-F238E27FC236}">
                <a16:creationId xmlns:a16="http://schemas.microsoft.com/office/drawing/2014/main" id="{B0F094F2-D4C9-988D-E410-34D847B4F0AD}"/>
              </a:ext>
            </a:extLst>
          </p:cNvPr>
          <p:cNvSpPr/>
          <p:nvPr>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6" name="Rectangle 5">
            <a:extLst>
              <a:ext uri="{FF2B5EF4-FFF2-40B4-BE49-F238E27FC236}">
                <a16:creationId xmlns:a16="http://schemas.microsoft.com/office/drawing/2014/main" id="{545C5E33-9B9E-6F36-26B5-E9ABFE5A8C39}"/>
              </a:ext>
              <a:ext uri="{C183D7F6-B498-43B3-948B-1728B52AA6E4}">
                <adec:decorative xmlns:adec="http://schemas.microsoft.com/office/drawing/2017/decorative" val="1"/>
              </a:ext>
            </a:extLst>
          </p:cNvPr>
          <p:cNvSpPr/>
          <p:nvPr/>
        </p:nvSpPr>
        <p:spPr>
          <a:xfrm>
            <a:off x="0" y="0"/>
            <a:ext cx="609932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0289E53C-3D14-9521-7896-06AFC47679C5}"/>
              </a:ext>
              <a:ext uri="{C183D7F6-B498-43B3-948B-1728B52AA6E4}">
                <adec:decorative xmlns:adec="http://schemas.microsoft.com/office/drawing/2017/decorative" val="1"/>
              </a:ext>
            </a:extLst>
          </p:cNvPr>
          <p:cNvSpPr/>
          <p:nvPr/>
        </p:nvSpPr>
        <p:spPr>
          <a:xfrm>
            <a:off x="5684520" y="2513730"/>
            <a:ext cx="822960" cy="822960"/>
          </a:xfrm>
          <a:prstGeom prst="rect">
            <a:avLst/>
          </a:prstGeom>
          <a:solidFill>
            <a:srgbClr val="FF6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Rectangle 20">
            <a:extLst>
              <a:ext uri="{FF2B5EF4-FFF2-40B4-BE49-F238E27FC236}">
                <a16:creationId xmlns:a16="http://schemas.microsoft.com/office/drawing/2014/main" id="{E4D7FEBC-68AB-B0E1-9936-AE8DCC6B9CA1}"/>
              </a:ext>
              <a:ext uri="{C183D7F6-B498-43B3-948B-1728B52AA6E4}">
                <adec:decorative xmlns:adec="http://schemas.microsoft.com/office/drawing/2017/decorative" val="1"/>
              </a:ext>
            </a:extLst>
          </p:cNvPr>
          <p:cNvSpPr/>
          <p:nvPr/>
        </p:nvSpPr>
        <p:spPr>
          <a:xfrm>
            <a:off x="5680981" y="3522989"/>
            <a:ext cx="822960" cy="822960"/>
          </a:xfrm>
          <a:prstGeom prst="rect">
            <a:avLst/>
          </a:prstGeom>
          <a:solidFill>
            <a:srgbClr val="FF6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Picture Placeholder 17">
            <a:extLst>
              <a:ext uri="{FF2B5EF4-FFF2-40B4-BE49-F238E27FC236}">
                <a16:creationId xmlns:a16="http://schemas.microsoft.com/office/drawing/2014/main" id="{AE63D65E-3132-E4B7-83B9-BE66F0E66EC8}"/>
              </a:ext>
            </a:extLst>
          </p:cNvPr>
          <p:cNvSpPr>
            <a:spLocks noGrp="1"/>
          </p:cNvSpPr>
          <p:nvPr>
            <p:ph type="pic" sz="quarter" idx="28"/>
          </p:nvPr>
        </p:nvSpPr>
        <p:spPr>
          <a:xfrm>
            <a:off x="982819" y="800933"/>
            <a:ext cx="5116501" cy="5250671"/>
          </a:xfrm>
          <a:custGeom>
            <a:avLst/>
            <a:gdLst>
              <a:gd name="connsiteX0" fmla="*/ 0 w 5116501"/>
              <a:gd name="connsiteY0" fmla="*/ 0 h 5250671"/>
              <a:gd name="connsiteX1" fmla="*/ 5116501 w 5116501"/>
              <a:gd name="connsiteY1" fmla="*/ 0 h 5250671"/>
              <a:gd name="connsiteX2" fmla="*/ 5116501 w 5116501"/>
              <a:gd name="connsiteY2" fmla="*/ 1716725 h 5250671"/>
              <a:gd name="connsiteX3" fmla="*/ 4711035 w 5116501"/>
              <a:gd name="connsiteY3" fmla="*/ 1716725 h 5250671"/>
              <a:gd name="connsiteX4" fmla="*/ 4711035 w 5116501"/>
              <a:gd name="connsiteY4" fmla="*/ 2530541 h 5250671"/>
              <a:gd name="connsiteX5" fmla="*/ 5116501 w 5116501"/>
              <a:gd name="connsiteY5" fmla="*/ 2530541 h 5250671"/>
              <a:gd name="connsiteX6" fmla="*/ 5116501 w 5116501"/>
              <a:gd name="connsiteY6" fmla="*/ 2725420 h 5250671"/>
              <a:gd name="connsiteX7" fmla="*/ 4711035 w 5116501"/>
              <a:gd name="connsiteY7" fmla="*/ 2725420 h 5250671"/>
              <a:gd name="connsiteX8" fmla="*/ 4711035 w 5116501"/>
              <a:gd name="connsiteY8" fmla="*/ 3539236 h 5250671"/>
              <a:gd name="connsiteX9" fmla="*/ 5116501 w 5116501"/>
              <a:gd name="connsiteY9" fmla="*/ 3539236 h 5250671"/>
              <a:gd name="connsiteX10" fmla="*/ 5116501 w 5116501"/>
              <a:gd name="connsiteY10" fmla="*/ 5250671 h 5250671"/>
              <a:gd name="connsiteX11" fmla="*/ 0 w 5116501"/>
              <a:gd name="connsiteY11" fmla="*/ 5250671 h 5250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16501" h="5250671">
                <a:moveTo>
                  <a:pt x="0" y="0"/>
                </a:moveTo>
                <a:lnTo>
                  <a:pt x="5116501" y="0"/>
                </a:lnTo>
                <a:lnTo>
                  <a:pt x="5116501" y="1716725"/>
                </a:lnTo>
                <a:lnTo>
                  <a:pt x="4711035" y="1716725"/>
                </a:lnTo>
                <a:lnTo>
                  <a:pt x="4711035" y="2530541"/>
                </a:lnTo>
                <a:lnTo>
                  <a:pt x="5116501" y="2530541"/>
                </a:lnTo>
                <a:lnTo>
                  <a:pt x="5116501" y="2725420"/>
                </a:lnTo>
                <a:lnTo>
                  <a:pt x="4711035" y="2725420"/>
                </a:lnTo>
                <a:lnTo>
                  <a:pt x="4711035" y="3539236"/>
                </a:lnTo>
                <a:lnTo>
                  <a:pt x="5116501" y="3539236"/>
                </a:lnTo>
                <a:lnTo>
                  <a:pt x="5116501" y="5250671"/>
                </a:lnTo>
                <a:lnTo>
                  <a:pt x="0" y="5250671"/>
                </a:lnTo>
                <a:close/>
              </a:path>
            </a:pathLst>
          </a:custGeom>
          <a:solidFill>
            <a:schemeClr val="bg1">
              <a:lumMod val="75000"/>
            </a:schemeClr>
          </a:solidFill>
        </p:spPr>
        <p:txBody>
          <a:bodyPr wrap="square" tIns="731520" anchor="ctr" anchorCtr="0">
            <a:noAutofit/>
          </a:bodyPr>
          <a:lstStyle>
            <a:lvl1pPr marL="0" indent="0" algn="ctr">
              <a:buNone/>
              <a:defRPr/>
            </a:lvl1pPr>
          </a:lstStyle>
          <a:p>
            <a:r>
              <a:rPr lang="en-US"/>
              <a:t>Click icon to add picture</a:t>
            </a:r>
            <a:endParaRPr/>
          </a:p>
        </p:txBody>
      </p:sp>
      <p:sp>
        <p:nvSpPr>
          <p:cNvPr id="3" name="Text Placeholder 2">
            <a:extLst>
              <a:ext uri="{FF2B5EF4-FFF2-40B4-BE49-F238E27FC236}">
                <a16:creationId xmlns:a16="http://schemas.microsoft.com/office/drawing/2014/main" id="{9303B157-BF6D-2541-8E02-D31040FDF1F7}"/>
              </a:ext>
            </a:extLst>
          </p:cNvPr>
          <p:cNvSpPr>
            <a:spLocks noGrp="1"/>
          </p:cNvSpPr>
          <p:nvPr>
            <p:ph type="body" sz="quarter" idx="24" hasCustomPrompt="1"/>
          </p:nvPr>
        </p:nvSpPr>
        <p:spPr>
          <a:xfrm>
            <a:off x="1443137" y="2407150"/>
            <a:ext cx="3789634" cy="668818"/>
          </a:xfrm>
          <a:prstGeom prst="rect">
            <a:avLst/>
          </a:prstGeom>
        </p:spPr>
        <p:txBody>
          <a:bodyPr anchor="t" anchorCtr="1">
            <a:noAutofit/>
          </a:bodyPr>
          <a:lstStyle>
            <a:lvl1pPr marL="0" indent="0">
              <a:spcBef>
                <a:spcPts val="0"/>
              </a:spcBef>
              <a:buNone/>
              <a:defRPr sz="4000" b="0" i="0" baseline="0">
                <a:solidFill>
                  <a:schemeClr val="bg1"/>
                </a:solidFill>
                <a:latin typeface="+mj-lt"/>
              </a:defRPr>
            </a:lvl1pPr>
          </a:lstStyle>
          <a:p>
            <a:pPr lvl="0"/>
            <a:r>
              <a:rPr lang="en-US" dirty="0"/>
              <a:t>Action</a:t>
            </a:r>
            <a:endParaRPr dirty="0"/>
          </a:p>
        </p:txBody>
      </p:sp>
      <p:sp>
        <p:nvSpPr>
          <p:cNvPr id="17" name="Picture Placeholder 16">
            <a:extLst>
              <a:ext uri="{FF2B5EF4-FFF2-40B4-BE49-F238E27FC236}">
                <a16:creationId xmlns:a16="http://schemas.microsoft.com/office/drawing/2014/main" id="{FFC3BD6D-7085-3059-75C5-1B6D1B1913B7}"/>
              </a:ext>
            </a:extLst>
          </p:cNvPr>
          <p:cNvSpPr>
            <a:spLocks noGrp="1"/>
          </p:cNvSpPr>
          <p:nvPr>
            <p:ph type="pic" sz="quarter" idx="29"/>
          </p:nvPr>
        </p:nvSpPr>
        <p:spPr>
          <a:xfrm>
            <a:off x="6099540" y="800363"/>
            <a:ext cx="5116501" cy="5251235"/>
          </a:xfrm>
          <a:custGeom>
            <a:avLst/>
            <a:gdLst>
              <a:gd name="connsiteX0" fmla="*/ 0 w 5116501"/>
              <a:gd name="connsiteY0" fmla="*/ 0 h 5251235"/>
              <a:gd name="connsiteX1" fmla="*/ 5116501 w 5116501"/>
              <a:gd name="connsiteY1" fmla="*/ 0 h 5251235"/>
              <a:gd name="connsiteX2" fmla="*/ 5116501 w 5116501"/>
              <a:gd name="connsiteY2" fmla="*/ 5251235 h 5251235"/>
              <a:gd name="connsiteX3" fmla="*/ 0 w 5116501"/>
              <a:gd name="connsiteY3" fmla="*/ 5251235 h 5251235"/>
              <a:gd name="connsiteX4" fmla="*/ 0 w 5116501"/>
              <a:gd name="connsiteY4" fmla="*/ 3539806 h 5251235"/>
              <a:gd name="connsiteX5" fmla="*/ 398606 w 5116501"/>
              <a:gd name="connsiteY5" fmla="*/ 3539806 h 5251235"/>
              <a:gd name="connsiteX6" fmla="*/ 398606 w 5116501"/>
              <a:gd name="connsiteY6" fmla="*/ 2725990 h 5251235"/>
              <a:gd name="connsiteX7" fmla="*/ 0 w 5116501"/>
              <a:gd name="connsiteY7" fmla="*/ 2725990 h 5251235"/>
              <a:gd name="connsiteX8" fmla="*/ 0 w 5116501"/>
              <a:gd name="connsiteY8" fmla="*/ 2531111 h 5251235"/>
              <a:gd name="connsiteX9" fmla="*/ 398606 w 5116501"/>
              <a:gd name="connsiteY9" fmla="*/ 2531111 h 5251235"/>
              <a:gd name="connsiteX10" fmla="*/ 398606 w 5116501"/>
              <a:gd name="connsiteY10" fmla="*/ 1717295 h 5251235"/>
              <a:gd name="connsiteX11" fmla="*/ 0 w 5116501"/>
              <a:gd name="connsiteY11" fmla="*/ 1717295 h 5251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16501" h="5251235">
                <a:moveTo>
                  <a:pt x="0" y="0"/>
                </a:moveTo>
                <a:lnTo>
                  <a:pt x="5116501" y="0"/>
                </a:lnTo>
                <a:lnTo>
                  <a:pt x="5116501" y="5251235"/>
                </a:lnTo>
                <a:lnTo>
                  <a:pt x="0" y="5251235"/>
                </a:lnTo>
                <a:lnTo>
                  <a:pt x="0" y="3539806"/>
                </a:lnTo>
                <a:lnTo>
                  <a:pt x="398606" y="3539806"/>
                </a:lnTo>
                <a:lnTo>
                  <a:pt x="398606" y="2725990"/>
                </a:lnTo>
                <a:lnTo>
                  <a:pt x="0" y="2725990"/>
                </a:lnTo>
                <a:lnTo>
                  <a:pt x="0" y="2531111"/>
                </a:lnTo>
                <a:lnTo>
                  <a:pt x="398606" y="2531111"/>
                </a:lnTo>
                <a:lnTo>
                  <a:pt x="398606" y="1717295"/>
                </a:lnTo>
                <a:lnTo>
                  <a:pt x="0" y="1717295"/>
                </a:lnTo>
                <a:close/>
              </a:path>
            </a:pathLst>
          </a:custGeom>
          <a:solidFill>
            <a:schemeClr val="bg1">
              <a:lumMod val="75000"/>
            </a:schemeClr>
          </a:solidFill>
        </p:spPr>
        <p:txBody>
          <a:bodyPr wrap="square" tIns="731520" anchor="ctr" anchorCtr="0">
            <a:noAutofit/>
          </a:bodyPr>
          <a:lstStyle>
            <a:lvl1pPr marL="0" indent="0" algn="ctr">
              <a:buNone/>
              <a:defRPr/>
            </a:lvl1pPr>
          </a:lstStyle>
          <a:p>
            <a:r>
              <a:rPr lang="en-US"/>
              <a:t>Click icon to add picture</a:t>
            </a:r>
            <a:endParaRPr/>
          </a:p>
        </p:txBody>
      </p:sp>
      <p:sp>
        <p:nvSpPr>
          <p:cNvPr id="22" name="Text Placeholder 2">
            <a:extLst>
              <a:ext uri="{FF2B5EF4-FFF2-40B4-BE49-F238E27FC236}">
                <a16:creationId xmlns:a16="http://schemas.microsoft.com/office/drawing/2014/main" id="{6FA3E2B8-7A48-3144-A79F-311482EE80CF}"/>
              </a:ext>
            </a:extLst>
          </p:cNvPr>
          <p:cNvSpPr>
            <a:spLocks noGrp="1"/>
          </p:cNvSpPr>
          <p:nvPr>
            <p:ph type="body" sz="quarter" idx="25" hasCustomPrompt="1"/>
          </p:nvPr>
        </p:nvSpPr>
        <p:spPr>
          <a:xfrm>
            <a:off x="6963247" y="2407150"/>
            <a:ext cx="3785616" cy="668818"/>
          </a:xfrm>
          <a:prstGeom prst="rect">
            <a:avLst/>
          </a:prstGeom>
        </p:spPr>
        <p:txBody>
          <a:bodyPr anchor="t" anchorCtr="1">
            <a:noAutofit/>
          </a:bodyPr>
          <a:lstStyle>
            <a:lvl1pPr marL="0" indent="0" algn="ctr">
              <a:spcBef>
                <a:spcPts val="0"/>
              </a:spcBef>
              <a:buNone/>
              <a:defRPr sz="4000" b="0" i="0" baseline="0">
                <a:solidFill>
                  <a:schemeClr val="bg1"/>
                </a:solidFill>
                <a:latin typeface="+mj-lt"/>
              </a:defRPr>
            </a:lvl1pPr>
          </a:lstStyle>
          <a:p>
            <a:pPr lvl="0"/>
            <a:r>
              <a:rPr lang="en-US" dirty="0"/>
              <a:t>Impact</a:t>
            </a:r>
            <a:endParaRPr dirty="0"/>
          </a:p>
        </p:txBody>
      </p:sp>
      <p:sp>
        <p:nvSpPr>
          <p:cNvPr id="5" name="Slide Number Placeholder 4">
            <a:extLst>
              <a:ext uri="{FF2B5EF4-FFF2-40B4-BE49-F238E27FC236}">
                <a16:creationId xmlns:a16="http://schemas.microsoft.com/office/drawing/2014/main" id="{1258BEB5-5732-D6D6-C1CC-7D18ED7667D4}"/>
              </a:ext>
            </a:extLst>
          </p:cNvPr>
          <p:cNvSpPr>
            <a:spLocks noGrp="1"/>
          </p:cNvSpPr>
          <p:nvPr>
            <p:ph type="sldNum" sz="quarter" idx="32"/>
          </p:nvPr>
        </p:nvSpPr>
        <p:spPr/>
        <p:txBody>
          <a:bodyPr/>
          <a:lstStyle/>
          <a:p>
            <a:fld id="{A3E11DDA-83B4-4A53-8CAA-D5B2A53562D2}" type="slidenum">
              <a:rPr lang="en-SG" smtClean="0"/>
              <a:t>‹#›</a:t>
            </a:fld>
            <a:endParaRPr lang="en-SG"/>
          </a:p>
        </p:txBody>
      </p:sp>
    </p:spTree>
    <p:extLst>
      <p:ext uri="{BB962C8B-B14F-4D97-AF65-F5344CB8AC3E}">
        <p14:creationId xmlns:p14="http://schemas.microsoft.com/office/powerpoint/2010/main" val="69811345"/>
      </p:ext>
    </p:extLst>
  </p:cSld>
  <p:clrMapOvr>
    <a:masterClrMapping/>
  </p:clrMapOvr>
  <p:extLst>
    <p:ext uri="{DCECCB84-F9BA-43D5-87BE-67443E8EF086}">
      <p15:sldGuideLst xmlns:p15="http://schemas.microsoft.com/office/powerpoint/2012/main">
        <p15:guide id="3" pos="3840">
          <p15:clr>
            <a:srgbClr val="FBAE40"/>
          </p15:clr>
        </p15:guide>
        <p15:guide id="4" orient="horz" pos="158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Full frame picture">
    <p:bg>
      <p:bgPr>
        <a:solidFill>
          <a:srgbClr val="F1F1F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40DF0468-62B1-F473-6B99-998C67A55A9F}"/>
              </a:ext>
            </a:extLst>
          </p:cNvPr>
          <p:cNvSpPr/>
          <p:nvPr>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10" name="Picture Placeholder 9">
            <a:extLst>
              <a:ext uri="{FF2B5EF4-FFF2-40B4-BE49-F238E27FC236}">
                <a16:creationId xmlns:a16="http://schemas.microsoft.com/office/drawing/2014/main" id="{AB06D7CA-A9F6-7E63-F52C-5DC90E63D5F4}"/>
              </a:ext>
            </a:extLst>
          </p:cNvPr>
          <p:cNvSpPr>
            <a:spLocks noGrp="1"/>
          </p:cNvSpPr>
          <p:nvPr>
            <p:ph type="pic" sz="quarter" idx="10"/>
          </p:nvPr>
        </p:nvSpPr>
        <p:spPr>
          <a:xfrm>
            <a:off x="793" y="0"/>
            <a:ext cx="12190413" cy="6858000"/>
          </a:xfrm>
          <a:custGeom>
            <a:avLst/>
            <a:gdLst>
              <a:gd name="connsiteX0" fmla="*/ 0 w 12190413"/>
              <a:gd name="connsiteY0" fmla="*/ 0 h 6858000"/>
              <a:gd name="connsiteX1" fmla="*/ 12190413 w 12190413"/>
              <a:gd name="connsiteY1" fmla="*/ 0 h 6858000"/>
              <a:gd name="connsiteX2" fmla="*/ 12190413 w 12190413"/>
              <a:gd name="connsiteY2" fmla="*/ 1683012 h 6858000"/>
              <a:gd name="connsiteX3" fmla="*/ 11873507 w 12190413"/>
              <a:gd name="connsiteY3" fmla="*/ 1683012 h 6858000"/>
              <a:gd name="connsiteX4" fmla="*/ 11873507 w 12190413"/>
              <a:gd name="connsiteY4" fmla="*/ 3672035 h 6858000"/>
              <a:gd name="connsiteX5" fmla="*/ 12190413 w 12190413"/>
              <a:gd name="connsiteY5" fmla="*/ 3672035 h 6858000"/>
              <a:gd name="connsiteX6" fmla="*/ 12190413 w 12190413"/>
              <a:gd name="connsiteY6" fmla="*/ 4148426 h 6858000"/>
              <a:gd name="connsiteX7" fmla="*/ 11875048 w 12190413"/>
              <a:gd name="connsiteY7" fmla="*/ 4148426 h 6858000"/>
              <a:gd name="connsiteX8" fmla="*/ 11875048 w 12190413"/>
              <a:gd name="connsiteY8" fmla="*/ 6127703 h 6858000"/>
              <a:gd name="connsiteX9" fmla="*/ 12190413 w 12190413"/>
              <a:gd name="connsiteY9" fmla="*/ 6127703 h 6858000"/>
              <a:gd name="connsiteX10" fmla="*/ 12190413 w 12190413"/>
              <a:gd name="connsiteY10" fmla="*/ 6858000 h 6858000"/>
              <a:gd name="connsiteX11" fmla="*/ 0 w 12190413"/>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0413" h="6858000">
                <a:moveTo>
                  <a:pt x="0" y="0"/>
                </a:moveTo>
                <a:lnTo>
                  <a:pt x="12190413" y="0"/>
                </a:lnTo>
                <a:lnTo>
                  <a:pt x="12190413" y="1683012"/>
                </a:lnTo>
                <a:lnTo>
                  <a:pt x="11873507" y="1683012"/>
                </a:lnTo>
                <a:lnTo>
                  <a:pt x="11873507" y="3672035"/>
                </a:lnTo>
                <a:lnTo>
                  <a:pt x="12190413" y="3672035"/>
                </a:lnTo>
                <a:lnTo>
                  <a:pt x="12190413" y="4148426"/>
                </a:lnTo>
                <a:lnTo>
                  <a:pt x="11875048" y="4148426"/>
                </a:lnTo>
                <a:lnTo>
                  <a:pt x="11875048" y="6127703"/>
                </a:lnTo>
                <a:lnTo>
                  <a:pt x="12190413" y="6127703"/>
                </a:lnTo>
                <a:lnTo>
                  <a:pt x="12190413" y="6858000"/>
                </a:lnTo>
                <a:lnTo>
                  <a:pt x="0" y="6858000"/>
                </a:lnTo>
                <a:close/>
              </a:path>
            </a:pathLst>
          </a:custGeom>
          <a:solidFill>
            <a:schemeClr val="bg1">
              <a:lumMod val="85000"/>
            </a:schemeClr>
          </a:solidFill>
        </p:spPr>
        <p:txBody>
          <a:bodyPr wrap="square" bIns="1188720" anchor="ctr">
            <a:noAutofit/>
          </a:bodyPr>
          <a:lstStyle>
            <a:lvl1pPr marL="0" indent="0" algn="ctr">
              <a:buNone/>
              <a:defRPr/>
            </a:lvl1pPr>
          </a:lstStyle>
          <a:p>
            <a:r>
              <a:rPr lang="en-US"/>
              <a:t>Click icon to add picture</a:t>
            </a:r>
            <a:endParaRPr/>
          </a:p>
        </p:txBody>
      </p:sp>
      <p:sp>
        <p:nvSpPr>
          <p:cNvPr id="7" name="Slide Number Placeholder 6">
            <a:extLst>
              <a:ext uri="{FF2B5EF4-FFF2-40B4-BE49-F238E27FC236}">
                <a16:creationId xmlns:a16="http://schemas.microsoft.com/office/drawing/2014/main" id="{8AD8533B-F132-210B-11B0-6935DD8C5C47}"/>
              </a:ext>
            </a:extLst>
          </p:cNvPr>
          <p:cNvSpPr>
            <a:spLocks noGrp="1"/>
          </p:cNvSpPr>
          <p:nvPr>
            <p:ph type="sldNum" sz="quarter" idx="13"/>
          </p:nvPr>
        </p:nvSpPr>
        <p:spPr/>
        <p:txBody>
          <a:bodyPr/>
          <a:lstStyle/>
          <a:p>
            <a:fld id="{A3E11DDA-83B4-4A53-8CAA-D5B2A53562D2}" type="slidenum">
              <a:rPr lang="en-SG" smtClean="0"/>
              <a:t>‹#›</a:t>
            </a:fld>
            <a:endParaRPr lang="en-SG"/>
          </a:p>
        </p:txBody>
      </p:sp>
    </p:spTree>
    <p:extLst>
      <p:ext uri="{BB962C8B-B14F-4D97-AF65-F5344CB8AC3E}">
        <p14:creationId xmlns:p14="http://schemas.microsoft.com/office/powerpoint/2010/main" val="366405774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Horizontal Picture with Conten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F6FFDB7B-DD10-B1A9-DA92-EA8B1CFA9C01}"/>
              </a:ext>
            </a:extLst>
          </p:cNvPr>
          <p:cNvSpPr/>
          <p:nvPr>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10" name="graphic">
            <a:extLst>
              <a:ext uri="{FF2B5EF4-FFF2-40B4-BE49-F238E27FC236}">
                <a16:creationId xmlns:a16="http://schemas.microsoft.com/office/drawing/2014/main" id="{033266E6-0C49-D3F4-54E9-FE0F2F391477}"/>
              </a:ext>
              <a:ext uri="{C183D7F6-B498-43B3-948B-1728B52AA6E4}">
                <adec:decorative xmlns:adec="http://schemas.microsoft.com/office/drawing/2017/decorative" val="1"/>
              </a:ext>
            </a:extLst>
          </p:cNvPr>
          <p:cNvSpPr/>
          <p:nvPr/>
        </p:nvSpPr>
        <p:spPr>
          <a:xfrm>
            <a:off x="4184670" y="165"/>
            <a:ext cx="8007595" cy="6857230"/>
          </a:xfrm>
          <a:custGeom>
            <a:avLst/>
            <a:gdLst/>
            <a:ahLst/>
            <a:cxnLst/>
            <a:rect l="l" t="t" r="r" b="b"/>
            <a:pathLst>
              <a:path w="13204190" h="11308080">
                <a:moveTo>
                  <a:pt x="13203744" y="0"/>
                </a:moveTo>
                <a:lnTo>
                  <a:pt x="0" y="0"/>
                </a:lnTo>
                <a:lnTo>
                  <a:pt x="0" y="11308032"/>
                </a:lnTo>
                <a:lnTo>
                  <a:pt x="13203744" y="11308032"/>
                </a:lnTo>
                <a:lnTo>
                  <a:pt x="13203744" y="0"/>
                </a:lnTo>
                <a:close/>
              </a:path>
            </a:pathLst>
          </a:custGeom>
          <a:solidFill>
            <a:srgbClr val="F1F1F1"/>
          </a:solidFill>
        </p:spPr>
        <p:txBody>
          <a:bodyPr wrap="square" lIns="0" tIns="0" rIns="0" bIns="0" rtlCol="0"/>
          <a:lstStyle/>
          <a:p>
            <a:endParaRPr sz="1100">
              <a:latin typeface="Arial" panose="020B0604020202020204" pitchFamily="34" charset="0"/>
            </a:endParaRPr>
          </a:p>
        </p:txBody>
      </p:sp>
      <p:sp>
        <p:nvSpPr>
          <p:cNvPr id="8" name="Picture Placeholder 2">
            <a:extLst>
              <a:ext uri="{FF2B5EF4-FFF2-40B4-BE49-F238E27FC236}">
                <a16:creationId xmlns:a16="http://schemas.microsoft.com/office/drawing/2014/main" id="{AF1F033F-C57C-4849-B5B8-5CB13AA8D767}"/>
              </a:ext>
            </a:extLst>
          </p:cNvPr>
          <p:cNvSpPr>
            <a:spLocks noGrp="1"/>
          </p:cNvSpPr>
          <p:nvPr>
            <p:ph type="pic" sz="quarter" idx="28"/>
          </p:nvPr>
        </p:nvSpPr>
        <p:spPr>
          <a:xfrm>
            <a:off x="0" y="1741040"/>
            <a:ext cx="5422090" cy="3296520"/>
          </a:xfrm>
          <a:prstGeom prst="rect">
            <a:avLst/>
          </a:prstGeom>
          <a:solidFill>
            <a:schemeClr val="bg1">
              <a:lumMod val="85000"/>
            </a:schemeClr>
          </a:solidFill>
        </p:spPr>
        <p:txBody>
          <a:bodyPr bIns="822960" anchor="ctr" anchorCtr="0"/>
          <a:lstStyle>
            <a:lvl1pPr marL="0" indent="0" algn="ctr">
              <a:buNone/>
              <a:defRPr/>
            </a:lvl1pPr>
          </a:lstStyle>
          <a:p>
            <a:r>
              <a:rPr lang="en-US"/>
              <a:t>Click icon to add picture</a:t>
            </a:r>
            <a:endParaRPr/>
          </a:p>
        </p:txBody>
      </p:sp>
      <p:sp>
        <p:nvSpPr>
          <p:cNvPr id="6" name="Title 5">
            <a:extLst>
              <a:ext uri="{FF2B5EF4-FFF2-40B4-BE49-F238E27FC236}">
                <a16:creationId xmlns:a16="http://schemas.microsoft.com/office/drawing/2014/main" id="{F960F2A7-E57D-43EC-9F27-3AEF7D9A0726}"/>
              </a:ext>
            </a:extLst>
          </p:cNvPr>
          <p:cNvSpPr>
            <a:spLocks noGrp="1"/>
          </p:cNvSpPr>
          <p:nvPr>
            <p:ph type="title"/>
          </p:nvPr>
        </p:nvSpPr>
        <p:spPr>
          <a:xfrm>
            <a:off x="6097169" y="441961"/>
            <a:ext cx="5477771" cy="1424896"/>
          </a:xfrm>
        </p:spPr>
        <p:txBody>
          <a:bodyPr anchor="b"/>
          <a:lstStyle>
            <a:lvl1pPr>
              <a:defRPr>
                <a:solidFill>
                  <a:schemeClr val="tx1"/>
                </a:solidFill>
              </a:defRPr>
            </a:lvl1pPr>
          </a:lstStyle>
          <a:p>
            <a:r>
              <a:rPr lang="en-US"/>
              <a:t>Click to edit Master title style</a:t>
            </a:r>
            <a:endParaRPr/>
          </a:p>
        </p:txBody>
      </p:sp>
      <p:sp>
        <p:nvSpPr>
          <p:cNvPr id="24" name="Text Placeholder 20">
            <a:extLst>
              <a:ext uri="{FF2B5EF4-FFF2-40B4-BE49-F238E27FC236}">
                <a16:creationId xmlns:a16="http://schemas.microsoft.com/office/drawing/2014/main" id="{2D5A24CB-5483-AF42-9AFD-02316CAFC413}"/>
              </a:ext>
            </a:extLst>
          </p:cNvPr>
          <p:cNvSpPr>
            <a:spLocks noGrp="1"/>
          </p:cNvSpPr>
          <p:nvPr>
            <p:ph type="body" sz="quarter" idx="30" hasCustomPrompt="1"/>
          </p:nvPr>
        </p:nvSpPr>
        <p:spPr>
          <a:xfrm>
            <a:off x="6097168" y="1924593"/>
            <a:ext cx="5477772" cy="391236"/>
          </a:xfrm>
          <a:prstGeom prst="rect">
            <a:avLst/>
          </a:prstGeom>
        </p:spPr>
        <p:txBody>
          <a:bodyPr anchor="t" anchorCtr="0">
            <a:noAutofit/>
          </a:bodyPr>
          <a:lstStyle>
            <a:lvl1pPr marL="0" indent="0">
              <a:spcBef>
                <a:spcPts val="0"/>
              </a:spcBef>
              <a:buNone/>
              <a:defRPr sz="2400" baseline="0">
                <a:latin typeface="+mn-lt"/>
              </a:defRPr>
            </a:lvl1pPr>
            <a:lvl2pPr marL="0" indent="0">
              <a:spcBef>
                <a:spcPts val="0"/>
              </a:spcBef>
              <a:buNone/>
              <a:defRPr sz="2400">
                <a:latin typeface="+mn-lt"/>
              </a:defRPr>
            </a:lvl2pPr>
            <a:lvl3pPr marL="0" indent="0">
              <a:spcBef>
                <a:spcPts val="0"/>
              </a:spcBef>
              <a:buNone/>
              <a:defRPr sz="2400">
                <a:latin typeface="+mn-lt"/>
              </a:defRPr>
            </a:lvl3pPr>
            <a:lvl4pPr marL="0" indent="0">
              <a:spcBef>
                <a:spcPts val="0"/>
              </a:spcBef>
              <a:buNone/>
              <a:defRPr sz="2400">
                <a:latin typeface="+mn-lt"/>
              </a:defRPr>
            </a:lvl4pPr>
            <a:lvl5pPr marL="0" indent="0">
              <a:spcBef>
                <a:spcPts val="0"/>
              </a:spcBef>
              <a:buNone/>
              <a:defRPr sz="2400">
                <a:latin typeface="+mn-lt"/>
              </a:defRPr>
            </a:lvl5pPr>
            <a:lvl6pPr marL="0" indent="0">
              <a:spcBef>
                <a:spcPts val="0"/>
              </a:spcBef>
              <a:buNone/>
              <a:defRPr sz="2400">
                <a:latin typeface="+mn-lt"/>
              </a:defRPr>
            </a:lvl6pPr>
            <a:lvl7pPr marL="0" indent="0">
              <a:spcBef>
                <a:spcPts val="0"/>
              </a:spcBef>
              <a:buNone/>
              <a:defRPr sz="2400">
                <a:latin typeface="+mn-lt"/>
              </a:defRPr>
            </a:lvl7pPr>
            <a:lvl8pPr marL="0" indent="0">
              <a:spcBef>
                <a:spcPts val="0"/>
              </a:spcBef>
              <a:buNone/>
              <a:defRPr sz="2400">
                <a:latin typeface="+mn-lt"/>
              </a:defRPr>
            </a:lvl8pPr>
            <a:lvl9pPr marL="0" indent="0">
              <a:spcBef>
                <a:spcPts val="0"/>
              </a:spcBef>
              <a:buNone/>
              <a:defRPr sz="2400"/>
            </a:lvl9pPr>
          </a:lstStyle>
          <a:p>
            <a:pPr lvl="0"/>
            <a:r>
              <a:t>Click to add text</a:t>
            </a:r>
          </a:p>
        </p:txBody>
      </p:sp>
      <p:sp>
        <p:nvSpPr>
          <p:cNvPr id="22" name="Text Placeholder 22">
            <a:extLst>
              <a:ext uri="{FF2B5EF4-FFF2-40B4-BE49-F238E27FC236}">
                <a16:creationId xmlns:a16="http://schemas.microsoft.com/office/drawing/2014/main" id="{C8267EE6-CC9D-8D49-A303-32F7DABF0B00}"/>
              </a:ext>
            </a:extLst>
          </p:cNvPr>
          <p:cNvSpPr>
            <a:spLocks noGrp="1"/>
          </p:cNvSpPr>
          <p:nvPr>
            <p:ph type="body" sz="quarter" idx="29" hasCustomPrompt="1"/>
          </p:nvPr>
        </p:nvSpPr>
        <p:spPr>
          <a:xfrm>
            <a:off x="6097168" y="2480246"/>
            <a:ext cx="5477772" cy="3799800"/>
          </a:xfrm>
          <a:prstGeom prst="rect">
            <a:avLst/>
          </a:prstGeom>
        </p:spPr>
        <p:txBody>
          <a:bodyPr>
            <a:noAutofit/>
          </a:bodyPr>
          <a:lstStyle>
            <a:lvl1pPr marL="0" indent="0">
              <a:lnSpc>
                <a:spcPct val="130000"/>
              </a:lnSpc>
              <a:spcBef>
                <a:spcPts val="0"/>
              </a:spcBef>
              <a:buNone/>
              <a:defRPr sz="1400"/>
            </a:lvl1pPr>
            <a:lvl2pPr marL="0" indent="0">
              <a:lnSpc>
                <a:spcPct val="130000"/>
              </a:lnSpc>
              <a:spcBef>
                <a:spcPts val="0"/>
              </a:spcBef>
              <a:buNone/>
              <a:defRPr sz="1400"/>
            </a:lvl2pPr>
            <a:lvl3pPr marL="0" indent="0">
              <a:lnSpc>
                <a:spcPct val="130000"/>
              </a:lnSpc>
              <a:spcBef>
                <a:spcPts val="0"/>
              </a:spcBef>
              <a:buNone/>
              <a:defRPr sz="1400"/>
            </a:lvl3pPr>
            <a:lvl4pPr marL="0" indent="0">
              <a:lnSpc>
                <a:spcPct val="130000"/>
              </a:lnSpc>
              <a:spcBef>
                <a:spcPts val="0"/>
              </a:spcBef>
              <a:buNone/>
              <a:defRPr sz="1400"/>
            </a:lvl4pPr>
            <a:lvl5pPr marL="0" indent="0">
              <a:lnSpc>
                <a:spcPct val="130000"/>
              </a:lnSpc>
              <a:spcBef>
                <a:spcPts val="0"/>
              </a:spcBef>
              <a:buNone/>
              <a:defRPr sz="1400"/>
            </a:lvl5pPr>
            <a:lvl6pPr marL="0" indent="0">
              <a:lnSpc>
                <a:spcPct val="130000"/>
              </a:lnSpc>
              <a:spcBef>
                <a:spcPts val="0"/>
              </a:spcBef>
              <a:buNone/>
              <a:defRPr sz="1400"/>
            </a:lvl6pPr>
            <a:lvl7pPr marL="0" indent="0">
              <a:lnSpc>
                <a:spcPct val="130000"/>
              </a:lnSpc>
              <a:spcBef>
                <a:spcPts val="0"/>
              </a:spcBef>
              <a:buNone/>
              <a:defRPr sz="1400"/>
            </a:lvl7pPr>
            <a:lvl8pPr marL="0" indent="0">
              <a:lnSpc>
                <a:spcPct val="130000"/>
              </a:lnSpc>
              <a:spcBef>
                <a:spcPts val="0"/>
              </a:spcBef>
              <a:buNone/>
              <a:defRPr sz="1400"/>
            </a:lvl8pPr>
            <a:lvl9pPr marL="0" indent="0">
              <a:lnSpc>
                <a:spcPct val="130000"/>
              </a:lnSpc>
              <a:spcBef>
                <a:spcPts val="0"/>
              </a:spcBef>
              <a:buNone/>
              <a:defRPr sz="1400"/>
            </a:lvl9pPr>
          </a:lstStyle>
          <a:p>
            <a:pPr lvl="0"/>
            <a:r>
              <a:t>Click to add text</a:t>
            </a:r>
          </a:p>
        </p:txBody>
      </p:sp>
      <p:sp>
        <p:nvSpPr>
          <p:cNvPr id="5" name="Slide Number Placeholder 4">
            <a:extLst>
              <a:ext uri="{FF2B5EF4-FFF2-40B4-BE49-F238E27FC236}">
                <a16:creationId xmlns:a16="http://schemas.microsoft.com/office/drawing/2014/main" id="{F42311F8-A44F-6141-133A-D95DA0F91037}"/>
              </a:ext>
            </a:extLst>
          </p:cNvPr>
          <p:cNvSpPr>
            <a:spLocks noGrp="1"/>
          </p:cNvSpPr>
          <p:nvPr>
            <p:ph type="sldNum" sz="quarter" idx="33"/>
          </p:nvPr>
        </p:nvSpPr>
        <p:spPr/>
        <p:txBody>
          <a:bodyPr/>
          <a:lstStyle/>
          <a:p>
            <a:fld id="{A3E11DDA-83B4-4A53-8CAA-D5B2A53562D2}" type="slidenum">
              <a:rPr lang="en-SG" smtClean="0"/>
              <a:t>‹#›</a:t>
            </a:fld>
            <a:endParaRPr lang="en-SG"/>
          </a:p>
        </p:txBody>
      </p:sp>
      <p:sp>
        <p:nvSpPr>
          <p:cNvPr id="2" name="Footer Placeholder 3">
            <a:extLst>
              <a:ext uri="{FF2B5EF4-FFF2-40B4-BE49-F238E27FC236}">
                <a16:creationId xmlns:a16="http://schemas.microsoft.com/office/drawing/2014/main" id="{89EBE43B-0755-302F-5512-FA37694D3113}"/>
              </a:ext>
            </a:extLst>
          </p:cNvPr>
          <p:cNvSpPr txBox="1">
            <a:spLocks/>
          </p:cNvSpPr>
          <p:nvPr/>
        </p:nvSpPr>
        <p:spPr>
          <a:xfrm>
            <a:off x="10049522" y="6386296"/>
            <a:ext cx="1447060" cy="365125"/>
          </a:xfrm>
          <a:prstGeom prst="rect">
            <a:avLst/>
          </a:prstGeom>
        </p:spPr>
        <p:txBody>
          <a:bodyPr vert="horz" lIns="91440" tIns="45720" rIns="91440" bIns="45720" rtlCol="0" anchor="t"/>
          <a:lstStyle>
            <a:defPPr>
              <a:defRPr lang="en-US"/>
            </a:defPPr>
            <a:lvl1pPr marL="0" algn="r" defTabSz="914400" rtl="0" eaLnBrk="1" latinLnBrk="0" hangingPunct="1">
              <a:defRPr sz="8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000000"/>
                </a:solidFill>
                <a:effectLst/>
                <a:uLnTx/>
                <a:uFillTx/>
                <a:latin typeface="Arial" panose="020B0604020202020204"/>
                <a:ea typeface="+mn-ea"/>
                <a:cs typeface="+mn-cs"/>
              </a:rPr>
              <a:t>GF Confidential</a:t>
            </a:r>
          </a:p>
        </p:txBody>
      </p:sp>
    </p:spTree>
    <p:extLst>
      <p:ext uri="{BB962C8B-B14F-4D97-AF65-F5344CB8AC3E}">
        <p14:creationId xmlns:p14="http://schemas.microsoft.com/office/powerpoint/2010/main" val="4177289391"/>
      </p:ext>
    </p:extLst>
  </p:cSld>
  <p:clrMapOvr>
    <a:masterClrMapping/>
  </p:clrMapOvr>
  <p:extLst>
    <p:ext uri="{DCECCB84-F9BA-43D5-87BE-67443E8EF086}">
      <p15:sldGuideLst xmlns:p15="http://schemas.microsoft.com/office/powerpoint/2012/main">
        <p15:guide id="1" orient="horz" pos="3193">
          <p15:clr>
            <a:srgbClr val="FBAE40"/>
          </p15:clr>
        </p15:guide>
        <p15:guide id="2" pos="3840">
          <p15:clr>
            <a:srgbClr val="FBAE40"/>
          </p15:clr>
        </p15:guide>
        <p15:guide id="3" orient="horz" pos="110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Vertical Picture with Content_bullets">
    <p:bg>
      <p:bgRef idx="1001">
        <a:schemeClr val="bg1"/>
      </p:bgRef>
    </p:bg>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4E07598F-3F51-9EF7-E4E4-16992BD51DE4}"/>
              </a:ext>
            </a:extLst>
          </p:cNvPr>
          <p:cNvSpPr/>
          <p:nvPr>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7" name="Picture Placeholder 2">
            <a:extLst>
              <a:ext uri="{FF2B5EF4-FFF2-40B4-BE49-F238E27FC236}">
                <a16:creationId xmlns:a16="http://schemas.microsoft.com/office/drawing/2014/main" id="{7DD3E5BF-834E-46CC-8CBF-1C74646551FD}"/>
              </a:ext>
            </a:extLst>
          </p:cNvPr>
          <p:cNvSpPr>
            <a:spLocks noGrp="1"/>
          </p:cNvSpPr>
          <p:nvPr>
            <p:ph type="pic" sz="quarter" idx="28"/>
          </p:nvPr>
        </p:nvSpPr>
        <p:spPr>
          <a:xfrm>
            <a:off x="0" y="-1"/>
            <a:ext cx="4103212" cy="6858001"/>
          </a:xfrm>
          <a:prstGeom prst="rect">
            <a:avLst/>
          </a:prstGeom>
          <a:solidFill>
            <a:schemeClr val="bg1">
              <a:lumMod val="85000"/>
            </a:schemeClr>
          </a:solidFill>
        </p:spPr>
        <p:txBody>
          <a:bodyPr bIns="822960" anchor="ctr" anchorCtr="0"/>
          <a:lstStyle>
            <a:lvl1pPr marL="0" indent="0" algn="ctr">
              <a:buNone/>
              <a:defRPr sz="1800">
                <a:solidFill>
                  <a:schemeClr val="tx1"/>
                </a:solidFill>
              </a:defRPr>
            </a:lvl1pPr>
          </a:lstStyle>
          <a:p>
            <a:r>
              <a:rPr lang="en-US"/>
              <a:t>Click icon to add picture</a:t>
            </a:r>
            <a:endParaRPr/>
          </a:p>
        </p:txBody>
      </p:sp>
      <p:sp>
        <p:nvSpPr>
          <p:cNvPr id="3" name="Title 2">
            <a:extLst>
              <a:ext uri="{FF2B5EF4-FFF2-40B4-BE49-F238E27FC236}">
                <a16:creationId xmlns:a16="http://schemas.microsoft.com/office/drawing/2014/main" id="{DE6C20BD-CF8E-5451-3C95-7B26B5CCDA83}"/>
              </a:ext>
            </a:extLst>
          </p:cNvPr>
          <p:cNvSpPr>
            <a:spLocks noGrp="1"/>
          </p:cNvSpPr>
          <p:nvPr>
            <p:ph type="title"/>
          </p:nvPr>
        </p:nvSpPr>
        <p:spPr>
          <a:xfrm>
            <a:off x="4857013" y="815341"/>
            <a:ext cx="6764755" cy="1120140"/>
          </a:xfrm>
        </p:spPr>
        <p:txBody>
          <a:bodyPr anchor="b"/>
          <a:lstStyle>
            <a:lvl1pPr>
              <a:defRPr sz="3200">
                <a:solidFill>
                  <a:schemeClr val="tx1"/>
                </a:solidFill>
              </a:defRPr>
            </a:lvl1pPr>
          </a:lstStyle>
          <a:p>
            <a:r>
              <a:rPr lang="en-US"/>
              <a:t>Click to edit Master title style</a:t>
            </a:r>
            <a:endParaRPr/>
          </a:p>
        </p:txBody>
      </p:sp>
      <p:sp>
        <p:nvSpPr>
          <p:cNvPr id="14" name="Text Placeholder 20">
            <a:extLst>
              <a:ext uri="{FF2B5EF4-FFF2-40B4-BE49-F238E27FC236}">
                <a16:creationId xmlns:a16="http://schemas.microsoft.com/office/drawing/2014/main" id="{9664E885-8483-1C45-BDD9-095AD4C234D0}"/>
              </a:ext>
            </a:extLst>
          </p:cNvPr>
          <p:cNvSpPr>
            <a:spLocks noGrp="1"/>
          </p:cNvSpPr>
          <p:nvPr>
            <p:ph type="body" sz="quarter" idx="27" hasCustomPrompt="1"/>
          </p:nvPr>
        </p:nvSpPr>
        <p:spPr>
          <a:xfrm>
            <a:off x="4857750" y="2073275"/>
            <a:ext cx="6761164" cy="479425"/>
          </a:xfrm>
          <a:prstGeom prst="rect">
            <a:avLst/>
          </a:prstGeom>
        </p:spPr>
        <p:txBody>
          <a:bodyPr vert="horz" wrap="square" lIns="0" tIns="0" rIns="0" bIns="0" anchor="t" anchorCtr="0">
            <a:noAutofit/>
          </a:bodyPr>
          <a:lstStyle>
            <a:lvl1pPr marL="0" indent="0">
              <a:spcBef>
                <a:spcPts val="0"/>
              </a:spcBef>
              <a:buNone/>
              <a:defRPr sz="2400">
                <a:latin typeface="+mn-lt"/>
                <a:cs typeface="Arial" panose="020B0604020202020204" pitchFamily="34" charset="0"/>
              </a:defRPr>
            </a:lvl1pPr>
            <a:lvl2pPr marL="0" indent="0">
              <a:spcBef>
                <a:spcPts val="0"/>
              </a:spcBef>
              <a:buNone/>
              <a:defRPr sz="2400">
                <a:latin typeface="+mn-lt"/>
              </a:defRPr>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stStyle>
          <a:p>
            <a:pPr lvl="0"/>
            <a:r>
              <a:t>Click to add text</a:t>
            </a:r>
          </a:p>
        </p:txBody>
      </p:sp>
      <p:sp>
        <p:nvSpPr>
          <p:cNvPr id="16" name="Text Placeholder 2">
            <a:extLst>
              <a:ext uri="{FF2B5EF4-FFF2-40B4-BE49-F238E27FC236}">
                <a16:creationId xmlns:a16="http://schemas.microsoft.com/office/drawing/2014/main" id="{7F560DC1-ADDC-1841-B2C9-0FC1CA247AEC}"/>
              </a:ext>
            </a:extLst>
          </p:cNvPr>
          <p:cNvSpPr>
            <a:spLocks noGrp="1"/>
          </p:cNvSpPr>
          <p:nvPr>
            <p:ph type="body" sz="quarter" idx="29" hasCustomPrompt="1"/>
          </p:nvPr>
        </p:nvSpPr>
        <p:spPr>
          <a:xfrm>
            <a:off x="4857547" y="2735581"/>
            <a:ext cx="6764755" cy="3482664"/>
          </a:xfrm>
          <a:prstGeom prst="rect">
            <a:avLst/>
          </a:prstGeom>
        </p:spPr>
        <p:txBody>
          <a:bodyPr>
            <a:noAutofit/>
          </a:bodyPr>
          <a:lstStyle>
            <a:lvl1pPr marL="210312" indent="-210312">
              <a:lnSpc>
                <a:spcPct val="100000"/>
              </a:lnSpc>
              <a:spcBef>
                <a:spcPts val="1800"/>
              </a:spcBef>
              <a:buClr>
                <a:schemeClr val="accent1"/>
              </a:buClr>
              <a:buSzPct val="100000"/>
              <a:buFont typeface="Arial" panose="020B0604020202020204" pitchFamily="34" charset="0"/>
              <a:buChar char="•"/>
              <a:defRPr sz="2000">
                <a:latin typeface="+mn-lt"/>
              </a:defRPr>
            </a:lvl1pPr>
            <a:lvl2pPr marL="448056" indent="-173736">
              <a:lnSpc>
                <a:spcPct val="100000"/>
              </a:lnSpc>
              <a:buClr>
                <a:schemeClr val="accent1"/>
              </a:buClr>
              <a:buSzPct val="100000"/>
              <a:buFont typeface="Arial" panose="020B0604020202020204" pitchFamily="34" charset="0"/>
              <a:buChar char="•"/>
              <a:defRPr sz="1800">
                <a:latin typeface="+mn-lt"/>
              </a:defRPr>
            </a:lvl2pPr>
            <a:lvl3pPr marL="731520" indent="-173736">
              <a:lnSpc>
                <a:spcPct val="100000"/>
              </a:lnSpc>
              <a:buClr>
                <a:schemeClr val="accent1"/>
              </a:buClr>
              <a:buSzPct val="100000"/>
              <a:buFont typeface="Arial" panose="020B0604020202020204" pitchFamily="34" charset="0"/>
              <a:buChar char="•"/>
              <a:defRPr sz="1800">
                <a:latin typeface="+mn-lt"/>
              </a:defRPr>
            </a:lvl3pPr>
            <a:lvl4pPr marL="731520" indent="-173736">
              <a:lnSpc>
                <a:spcPct val="100000"/>
              </a:lnSpc>
              <a:buClr>
                <a:schemeClr val="accent1"/>
              </a:buClr>
              <a:buSzPct val="100000"/>
              <a:buFont typeface="Arial" panose="020B0604020202020204" pitchFamily="34" charset="0"/>
              <a:buChar char="•"/>
              <a:defRPr sz="1800">
                <a:latin typeface="+mn-lt"/>
              </a:defRPr>
            </a:lvl4pPr>
            <a:lvl5pPr marL="731520" indent="-173736">
              <a:lnSpc>
                <a:spcPct val="100000"/>
              </a:lnSpc>
              <a:buClr>
                <a:schemeClr val="accent1"/>
              </a:buClr>
              <a:buSzPct val="100000"/>
              <a:buFont typeface="Arial" panose="020B0604020202020204" pitchFamily="34" charset="0"/>
              <a:buChar char="•"/>
              <a:defRPr sz="1800">
                <a:latin typeface="+mn-lt"/>
              </a:defRPr>
            </a:lvl5pPr>
            <a:lvl6pPr marL="731520" indent="-173736">
              <a:lnSpc>
                <a:spcPct val="100000"/>
              </a:lnSpc>
              <a:buClr>
                <a:schemeClr val="accent2"/>
              </a:buClr>
              <a:buSzPct val="100000"/>
              <a:buFont typeface="Arial" panose="020B0604020202020204" pitchFamily="34" charset="0"/>
              <a:buChar char="•"/>
              <a:defRPr>
                <a:latin typeface="+mn-lt"/>
              </a:defRPr>
            </a:lvl6pPr>
            <a:lvl7pPr marL="731520" indent="-173736">
              <a:lnSpc>
                <a:spcPct val="100000"/>
              </a:lnSpc>
              <a:buClr>
                <a:schemeClr val="accent2"/>
              </a:buClr>
              <a:buFont typeface="Arial" panose="020B0604020202020204" pitchFamily="34" charset="0"/>
              <a:buChar char="•"/>
              <a:defRPr>
                <a:latin typeface="+mn-lt"/>
              </a:defRPr>
            </a:lvl7pPr>
            <a:lvl8pPr marL="731520" indent="-173736">
              <a:lnSpc>
                <a:spcPct val="100000"/>
              </a:lnSpc>
              <a:buClr>
                <a:schemeClr val="accent2"/>
              </a:buClr>
              <a:buFont typeface="Arial" panose="020B0604020202020204" pitchFamily="34" charset="0"/>
              <a:buChar char="•"/>
              <a:defRPr>
                <a:latin typeface="+mn-lt"/>
              </a:defRPr>
            </a:lvl8pPr>
            <a:lvl9pPr marL="731520" indent="-173736">
              <a:lnSpc>
                <a:spcPct val="100000"/>
              </a:lnSpc>
              <a:buClr>
                <a:schemeClr val="accent2"/>
              </a:buClr>
              <a:buFont typeface="Arial" panose="020B0604020202020204" pitchFamily="34" charset="0"/>
              <a:buChar char="•"/>
              <a:defRPr>
                <a:latin typeface="+mn-lt"/>
              </a:defRPr>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6" name="Slide Number Placeholder 5">
            <a:extLst>
              <a:ext uri="{FF2B5EF4-FFF2-40B4-BE49-F238E27FC236}">
                <a16:creationId xmlns:a16="http://schemas.microsoft.com/office/drawing/2014/main" id="{15BC3ECA-4341-DB70-A797-A59AD60FBC33}"/>
              </a:ext>
            </a:extLst>
          </p:cNvPr>
          <p:cNvSpPr>
            <a:spLocks noGrp="1"/>
          </p:cNvSpPr>
          <p:nvPr>
            <p:ph type="sldNum" sz="quarter" idx="32"/>
          </p:nvPr>
        </p:nvSpPr>
        <p:spPr/>
        <p:txBody>
          <a:bodyPr/>
          <a:lstStyle/>
          <a:p>
            <a:fld id="{A3E11DDA-83B4-4A53-8CAA-D5B2A53562D2}" type="slidenum">
              <a:rPr lang="en-SG" smtClean="0"/>
              <a:t>‹#›</a:t>
            </a:fld>
            <a:endParaRPr lang="en-SG"/>
          </a:p>
        </p:txBody>
      </p:sp>
      <p:sp>
        <p:nvSpPr>
          <p:cNvPr id="2" name="Footer Placeholder 3">
            <a:extLst>
              <a:ext uri="{FF2B5EF4-FFF2-40B4-BE49-F238E27FC236}">
                <a16:creationId xmlns:a16="http://schemas.microsoft.com/office/drawing/2014/main" id="{E8EF2B5D-978C-6A67-C17D-6C954AB5DD01}"/>
              </a:ext>
            </a:extLst>
          </p:cNvPr>
          <p:cNvSpPr txBox="1">
            <a:spLocks/>
          </p:cNvSpPr>
          <p:nvPr/>
        </p:nvSpPr>
        <p:spPr>
          <a:xfrm>
            <a:off x="10049522" y="6386296"/>
            <a:ext cx="1447060" cy="365125"/>
          </a:xfrm>
          <a:prstGeom prst="rect">
            <a:avLst/>
          </a:prstGeom>
        </p:spPr>
        <p:txBody>
          <a:bodyPr vert="horz" lIns="91440" tIns="45720" rIns="91440" bIns="45720" rtlCol="0" anchor="t"/>
          <a:lstStyle>
            <a:defPPr>
              <a:defRPr lang="en-US"/>
            </a:defPPr>
            <a:lvl1pPr marL="0" algn="r" defTabSz="914400" rtl="0" eaLnBrk="1" latinLnBrk="0" hangingPunct="1">
              <a:defRPr sz="8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000000"/>
                </a:solidFill>
                <a:effectLst/>
                <a:uLnTx/>
                <a:uFillTx/>
                <a:latin typeface="Arial" panose="020B0604020202020204"/>
                <a:ea typeface="+mn-ea"/>
                <a:cs typeface="+mn-cs"/>
              </a:rPr>
              <a:t>GF Confidential</a:t>
            </a:r>
          </a:p>
        </p:txBody>
      </p:sp>
    </p:spTree>
    <p:extLst>
      <p:ext uri="{BB962C8B-B14F-4D97-AF65-F5344CB8AC3E}">
        <p14:creationId xmlns:p14="http://schemas.microsoft.com/office/powerpoint/2010/main" val="261752251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68">
          <p15:clr>
            <a:srgbClr val="FBAE40"/>
          </p15:clr>
        </p15:guide>
        <p15:guide id="2" orient="horz" pos="115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Vertical Picture with Caption">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8028F61A-2608-A200-DF18-408AC31F1519}"/>
              </a:ext>
            </a:extLst>
          </p:cNvPr>
          <p:cNvSpPr/>
          <p:nvPr>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7" name="Picture Placeholder 6"/>
          <p:cNvSpPr>
            <a:spLocks noGrp="1"/>
          </p:cNvSpPr>
          <p:nvPr>
            <p:ph type="pic" sz="quarter" idx="13"/>
          </p:nvPr>
        </p:nvSpPr>
        <p:spPr>
          <a:xfrm>
            <a:off x="0" y="-1"/>
            <a:ext cx="4103212" cy="6858002"/>
          </a:xfrm>
          <a:solidFill>
            <a:schemeClr val="bg1">
              <a:lumMod val="85000"/>
            </a:schemeClr>
          </a:solidFill>
        </p:spPr>
        <p:txBody>
          <a:bodyPr tIns="457200"/>
          <a:lstStyle>
            <a:lvl1pPr marL="0" indent="0" algn="ctr">
              <a:buNone/>
              <a:defRPr/>
            </a:lvl1pPr>
          </a:lstStyle>
          <a:p>
            <a:r>
              <a:rPr lang="en-US"/>
              <a:t>Click icon to add picture</a:t>
            </a:r>
            <a:endParaRPr/>
          </a:p>
        </p:txBody>
      </p:sp>
      <p:sp>
        <p:nvSpPr>
          <p:cNvPr id="2" name="Title 1"/>
          <p:cNvSpPr>
            <a:spLocks noGrp="1"/>
          </p:cNvSpPr>
          <p:nvPr>
            <p:ph type="title"/>
          </p:nvPr>
        </p:nvSpPr>
        <p:spPr>
          <a:xfrm>
            <a:off x="4857013" y="815341"/>
            <a:ext cx="6764755" cy="1120140"/>
          </a:xfrm>
        </p:spPr>
        <p:txBody>
          <a:bodyPr anchor="b"/>
          <a:lstStyle>
            <a:lvl1pPr>
              <a:defRPr sz="3200">
                <a:solidFill>
                  <a:schemeClr val="tx1"/>
                </a:solidFill>
              </a:defRPr>
            </a:lvl1pPr>
          </a:lstStyle>
          <a:p>
            <a:r>
              <a:rPr lang="en-US"/>
              <a:t>Click to edit Master title style</a:t>
            </a:r>
            <a:endParaRPr/>
          </a:p>
        </p:txBody>
      </p:sp>
      <p:sp>
        <p:nvSpPr>
          <p:cNvPr id="8" name="Text Placeholder 7"/>
          <p:cNvSpPr>
            <a:spLocks noGrp="1"/>
          </p:cNvSpPr>
          <p:nvPr>
            <p:ph type="body" sz="quarter" idx="14" hasCustomPrompt="1"/>
          </p:nvPr>
        </p:nvSpPr>
        <p:spPr>
          <a:xfrm>
            <a:off x="4857547" y="2377440"/>
            <a:ext cx="6764755" cy="3840805"/>
          </a:xfrm>
        </p:spPr>
        <p:txBody>
          <a:bodyPr>
            <a:noAutofit/>
          </a:bodyPr>
          <a:lstStyle>
            <a:lvl1pPr marL="0" indent="0">
              <a:lnSpc>
                <a:spcPct val="130000"/>
              </a:lnSpc>
              <a:spcBef>
                <a:spcPts val="0"/>
              </a:spcBef>
              <a:buFontTx/>
              <a:buNone/>
              <a:defRPr sz="1600">
                <a:solidFill>
                  <a:schemeClr val="tx1"/>
                </a:solidFill>
              </a:defRPr>
            </a:lvl1pPr>
            <a:lvl2pPr marL="0" indent="0">
              <a:spcBef>
                <a:spcPts val="0"/>
              </a:spcBef>
              <a:buFontTx/>
              <a:buNone/>
              <a:defRPr sz="1800">
                <a:solidFill>
                  <a:schemeClr val="tx1">
                    <a:lumMod val="65000"/>
                    <a:lumOff val="35000"/>
                  </a:schemeClr>
                </a:solidFill>
              </a:defRPr>
            </a:lvl2pPr>
            <a:lvl3pPr marL="0" indent="0">
              <a:spcBef>
                <a:spcPts val="0"/>
              </a:spcBef>
              <a:buFontTx/>
              <a:buNone/>
              <a:defRPr sz="1800">
                <a:solidFill>
                  <a:schemeClr val="tx1">
                    <a:lumMod val="65000"/>
                    <a:lumOff val="35000"/>
                  </a:schemeClr>
                </a:solidFill>
              </a:defRPr>
            </a:lvl3pPr>
            <a:lvl4pPr marL="0" indent="0">
              <a:spcBef>
                <a:spcPts val="0"/>
              </a:spcBef>
              <a:buFontTx/>
              <a:buNone/>
              <a:defRPr sz="1800">
                <a:solidFill>
                  <a:schemeClr val="tx1">
                    <a:lumMod val="65000"/>
                    <a:lumOff val="35000"/>
                  </a:schemeClr>
                </a:solidFill>
              </a:defRPr>
            </a:lvl4pPr>
            <a:lvl5pPr marL="0" indent="0">
              <a:spcBef>
                <a:spcPts val="0"/>
              </a:spcBef>
              <a:buFontTx/>
              <a:buNone/>
              <a:defRPr sz="1800">
                <a:solidFill>
                  <a:schemeClr val="tx1">
                    <a:lumMod val="65000"/>
                    <a:lumOff val="35000"/>
                  </a:schemeClr>
                </a:solidFill>
              </a:defRPr>
            </a:lvl5pPr>
            <a:lvl6pPr marL="0" indent="0">
              <a:spcBef>
                <a:spcPts val="0"/>
              </a:spcBef>
              <a:buFontTx/>
              <a:buNone/>
              <a:defRPr sz="1800">
                <a:solidFill>
                  <a:schemeClr val="tx1">
                    <a:lumMod val="65000"/>
                    <a:lumOff val="35000"/>
                  </a:schemeClr>
                </a:solidFill>
              </a:defRPr>
            </a:lvl6pPr>
            <a:lvl8pPr marL="0" indent="0">
              <a:spcBef>
                <a:spcPts val="0"/>
              </a:spcBef>
              <a:buFontTx/>
              <a:buNone/>
              <a:defRPr sz="1800">
                <a:solidFill>
                  <a:schemeClr val="tx1">
                    <a:lumMod val="65000"/>
                    <a:lumOff val="35000"/>
                  </a:schemeClr>
                </a:solidFill>
              </a:defRPr>
            </a:lvl8pPr>
            <a:lvl9pPr marL="0" indent="0">
              <a:spcBef>
                <a:spcPts val="0"/>
              </a:spcBef>
              <a:buFontTx/>
              <a:buNone/>
              <a:defRPr sz="1800">
                <a:solidFill>
                  <a:schemeClr val="tx1">
                    <a:lumMod val="65000"/>
                    <a:lumOff val="35000"/>
                  </a:schemeClr>
                </a:solidFill>
              </a:defRPr>
            </a:lvl9pPr>
          </a:lstStyle>
          <a:p>
            <a:pPr lvl="0"/>
            <a:r>
              <a:t>Click to add brief caption relating to picture</a:t>
            </a:r>
          </a:p>
        </p:txBody>
      </p:sp>
      <p:sp>
        <p:nvSpPr>
          <p:cNvPr id="11" name="Slide Number Placeholder 10">
            <a:extLst>
              <a:ext uri="{FF2B5EF4-FFF2-40B4-BE49-F238E27FC236}">
                <a16:creationId xmlns:a16="http://schemas.microsoft.com/office/drawing/2014/main" id="{F5214F33-6079-7D18-7FFF-89E615395B10}"/>
              </a:ext>
            </a:extLst>
          </p:cNvPr>
          <p:cNvSpPr>
            <a:spLocks noGrp="1"/>
          </p:cNvSpPr>
          <p:nvPr>
            <p:ph type="sldNum" sz="quarter" idx="17"/>
          </p:nvPr>
        </p:nvSpPr>
        <p:spPr/>
        <p:txBody>
          <a:bodyPr/>
          <a:lstStyle/>
          <a:p>
            <a:fld id="{A3E11DDA-83B4-4A53-8CAA-D5B2A53562D2}" type="slidenum">
              <a:rPr lang="en-SG" smtClean="0"/>
              <a:t>‹#›</a:t>
            </a:fld>
            <a:endParaRPr lang="en-SG"/>
          </a:p>
        </p:txBody>
      </p:sp>
      <p:sp>
        <p:nvSpPr>
          <p:cNvPr id="4" name="Footer Placeholder 3">
            <a:extLst>
              <a:ext uri="{FF2B5EF4-FFF2-40B4-BE49-F238E27FC236}">
                <a16:creationId xmlns:a16="http://schemas.microsoft.com/office/drawing/2014/main" id="{E823D58A-31DE-666E-398A-E2D6EF046F04}"/>
              </a:ext>
            </a:extLst>
          </p:cNvPr>
          <p:cNvSpPr txBox="1">
            <a:spLocks/>
          </p:cNvSpPr>
          <p:nvPr/>
        </p:nvSpPr>
        <p:spPr>
          <a:xfrm>
            <a:off x="10049522" y="6386296"/>
            <a:ext cx="1447060" cy="365125"/>
          </a:xfrm>
          <a:prstGeom prst="rect">
            <a:avLst/>
          </a:prstGeom>
        </p:spPr>
        <p:txBody>
          <a:bodyPr vert="horz" lIns="91440" tIns="45720" rIns="91440" bIns="45720" rtlCol="0" anchor="t"/>
          <a:lstStyle>
            <a:defPPr>
              <a:defRPr lang="en-US"/>
            </a:defPPr>
            <a:lvl1pPr marL="0" algn="r" defTabSz="914400" rtl="0" eaLnBrk="1" latinLnBrk="0" hangingPunct="1">
              <a:defRPr sz="8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000000"/>
                </a:solidFill>
                <a:effectLst/>
                <a:uLnTx/>
                <a:uFillTx/>
                <a:latin typeface="Arial" panose="020B0604020202020204"/>
                <a:ea typeface="+mn-ea"/>
                <a:cs typeface="+mn-cs"/>
              </a:rPr>
              <a:t>GF Confidential</a:t>
            </a:r>
          </a:p>
        </p:txBody>
      </p:sp>
    </p:spTree>
    <p:extLst>
      <p:ext uri="{BB962C8B-B14F-4D97-AF65-F5344CB8AC3E}">
        <p14:creationId xmlns:p14="http://schemas.microsoft.com/office/powerpoint/2010/main" val="2626020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9" name="Do not remove" hidden="1">
            <a:extLst>
              <a:ext uri="{FF2B5EF4-FFF2-40B4-BE49-F238E27FC236}">
                <a16:creationId xmlns:a16="http://schemas.microsoft.com/office/drawing/2014/main" id="{514B4C20-3F35-A133-0D0C-34AB5602B8F7}"/>
              </a:ext>
            </a:extLst>
          </p:cNvPr>
          <p:cNvSpPr/>
          <p:nvPr>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5" name="graphic">
            <a:extLst>
              <a:ext uri="{FF2B5EF4-FFF2-40B4-BE49-F238E27FC236}">
                <a16:creationId xmlns:a16="http://schemas.microsoft.com/office/drawing/2014/main" id="{DE3D9466-E143-7F49-85C6-80F7F817A728}"/>
              </a:ext>
              <a:ext uri="{C183D7F6-B498-43B3-948B-1728B52AA6E4}">
                <adec:decorative xmlns:adec="http://schemas.microsoft.com/office/drawing/2017/decorative" val="1"/>
              </a:ext>
            </a:extLst>
          </p:cNvPr>
          <p:cNvSpPr/>
          <p:nvPr/>
        </p:nvSpPr>
        <p:spPr>
          <a:xfrm>
            <a:off x="0" y="1682181"/>
            <a:ext cx="1555770" cy="1555661"/>
          </a:xfrm>
          <a:custGeom>
            <a:avLst/>
            <a:gdLst/>
            <a:ahLst/>
            <a:cxnLst/>
            <a:rect l="l" t="t" r="r" b="b"/>
            <a:pathLst>
              <a:path w="2565400" h="2565400">
                <a:moveTo>
                  <a:pt x="2565220" y="0"/>
                </a:moveTo>
                <a:lnTo>
                  <a:pt x="0" y="0"/>
                </a:lnTo>
                <a:lnTo>
                  <a:pt x="0" y="2565199"/>
                </a:lnTo>
                <a:lnTo>
                  <a:pt x="2565220" y="2565199"/>
                </a:lnTo>
                <a:lnTo>
                  <a:pt x="2565220" y="0"/>
                </a:lnTo>
                <a:close/>
              </a:path>
            </a:pathLst>
          </a:custGeom>
          <a:solidFill>
            <a:srgbClr val="FF6012"/>
          </a:solidFill>
        </p:spPr>
        <p:txBody>
          <a:bodyPr wrap="square" lIns="0" tIns="0" rIns="0" bIns="0" rtlCol="0"/>
          <a:lstStyle/>
          <a:p>
            <a:endParaRPr sz="1092">
              <a:latin typeface="Arial" panose="020B0604020202020204" pitchFamily="34" charset="0"/>
            </a:endParaRPr>
          </a:p>
        </p:txBody>
      </p:sp>
      <p:sp>
        <p:nvSpPr>
          <p:cNvPr id="6" name="graphic">
            <a:extLst>
              <a:ext uri="{FF2B5EF4-FFF2-40B4-BE49-F238E27FC236}">
                <a16:creationId xmlns:a16="http://schemas.microsoft.com/office/drawing/2014/main" id="{D8375E29-05DD-EB48-91A8-178AD04B66DD}"/>
              </a:ext>
              <a:ext uri="{C183D7F6-B498-43B3-948B-1728B52AA6E4}">
                <adec:decorative xmlns:adec="http://schemas.microsoft.com/office/drawing/2017/decorative" val="1"/>
              </a:ext>
            </a:extLst>
          </p:cNvPr>
          <p:cNvSpPr/>
          <p:nvPr/>
        </p:nvSpPr>
        <p:spPr>
          <a:xfrm>
            <a:off x="0" y="3612128"/>
            <a:ext cx="1554480" cy="1554480"/>
          </a:xfrm>
          <a:custGeom>
            <a:avLst/>
            <a:gdLst/>
            <a:ahLst/>
            <a:cxnLst/>
            <a:rect l="l" t="t" r="r" b="b"/>
            <a:pathLst>
              <a:path w="2578100" h="2578100">
                <a:moveTo>
                  <a:pt x="2577743" y="0"/>
                </a:moveTo>
                <a:lnTo>
                  <a:pt x="0" y="0"/>
                </a:lnTo>
                <a:lnTo>
                  <a:pt x="0" y="2577858"/>
                </a:lnTo>
                <a:lnTo>
                  <a:pt x="2577743" y="2577858"/>
                </a:lnTo>
                <a:lnTo>
                  <a:pt x="2577743" y="0"/>
                </a:lnTo>
                <a:close/>
              </a:path>
            </a:pathLst>
          </a:custGeom>
          <a:solidFill>
            <a:srgbClr val="FF6012"/>
          </a:solidFill>
        </p:spPr>
        <p:txBody>
          <a:bodyPr wrap="square" lIns="0" tIns="0" rIns="0" bIns="0" rtlCol="0"/>
          <a:lstStyle/>
          <a:p>
            <a:endParaRPr sz="1092">
              <a:latin typeface="Arial" panose="020B0604020202020204" pitchFamily="34" charset="0"/>
            </a:endParaRPr>
          </a:p>
        </p:txBody>
      </p:sp>
      <p:sp>
        <p:nvSpPr>
          <p:cNvPr id="10" name="Text Placeholder 19">
            <a:extLst>
              <a:ext uri="{FF2B5EF4-FFF2-40B4-BE49-F238E27FC236}">
                <a16:creationId xmlns:a16="http://schemas.microsoft.com/office/drawing/2014/main" id="{F3C79C6F-E9AB-C44B-A424-1D5DE55ED530}"/>
              </a:ext>
            </a:extLst>
          </p:cNvPr>
          <p:cNvSpPr>
            <a:spLocks noGrp="1"/>
          </p:cNvSpPr>
          <p:nvPr>
            <p:ph type="body" sz="quarter" idx="13" hasCustomPrompt="1"/>
          </p:nvPr>
        </p:nvSpPr>
        <p:spPr>
          <a:xfrm>
            <a:off x="2722599" y="1583120"/>
            <a:ext cx="7330553" cy="3493309"/>
          </a:xfrm>
          <a:prstGeom prst="rect">
            <a:avLst/>
          </a:prstGeom>
        </p:spPr>
        <p:txBody>
          <a:bodyPr wrap="square" anchor="t" anchorCtr="0">
            <a:noAutofit/>
          </a:bodyPr>
          <a:lstStyle>
            <a:lvl1pPr marL="201168" indent="-201168">
              <a:lnSpc>
                <a:spcPct val="100000"/>
              </a:lnSpc>
              <a:spcBef>
                <a:spcPts val="0"/>
              </a:spcBef>
              <a:buNone/>
              <a:defRPr sz="3600">
                <a:solidFill>
                  <a:schemeClr val="bg2"/>
                </a:solidFill>
                <a:latin typeface="+mj-lt"/>
              </a:defRPr>
            </a:lvl1pPr>
            <a:lvl2pPr marL="228600" indent="-228600">
              <a:lnSpc>
                <a:spcPct val="100000"/>
              </a:lnSpc>
              <a:spcBef>
                <a:spcPts val="0"/>
              </a:spcBef>
              <a:buNone/>
              <a:defRPr sz="3600">
                <a:solidFill>
                  <a:schemeClr val="bg2"/>
                </a:solidFill>
                <a:latin typeface="+mj-lt"/>
              </a:defRPr>
            </a:lvl2pPr>
            <a:lvl3pPr marL="228600" indent="-228600">
              <a:lnSpc>
                <a:spcPct val="100000"/>
              </a:lnSpc>
              <a:spcBef>
                <a:spcPts val="0"/>
              </a:spcBef>
              <a:buNone/>
              <a:defRPr sz="3600">
                <a:solidFill>
                  <a:schemeClr val="bg2"/>
                </a:solidFill>
                <a:latin typeface="+mj-lt"/>
              </a:defRPr>
            </a:lvl3pPr>
            <a:lvl4pPr marL="228600" indent="-228600">
              <a:lnSpc>
                <a:spcPct val="100000"/>
              </a:lnSpc>
              <a:spcBef>
                <a:spcPts val="0"/>
              </a:spcBef>
              <a:buNone/>
              <a:defRPr sz="3600">
                <a:solidFill>
                  <a:schemeClr val="bg2"/>
                </a:solidFill>
                <a:latin typeface="+mj-lt"/>
              </a:defRPr>
            </a:lvl4pPr>
            <a:lvl5pPr marL="228600" indent="-228600">
              <a:lnSpc>
                <a:spcPct val="100000"/>
              </a:lnSpc>
              <a:spcBef>
                <a:spcPts val="0"/>
              </a:spcBef>
              <a:buNone/>
              <a:defRPr sz="3600">
                <a:solidFill>
                  <a:schemeClr val="bg2"/>
                </a:solidFill>
                <a:latin typeface="+mj-lt"/>
              </a:defRPr>
            </a:lvl5pPr>
            <a:lvl6pPr marL="228600" indent="-228600">
              <a:lnSpc>
                <a:spcPct val="100000"/>
              </a:lnSpc>
              <a:spcBef>
                <a:spcPts val="0"/>
              </a:spcBef>
              <a:buNone/>
              <a:defRPr sz="3600">
                <a:solidFill>
                  <a:schemeClr val="bg2"/>
                </a:solidFill>
                <a:latin typeface="+mj-lt"/>
              </a:defRPr>
            </a:lvl6pPr>
            <a:lvl7pPr marL="228600" indent="-228600">
              <a:lnSpc>
                <a:spcPct val="100000"/>
              </a:lnSpc>
              <a:spcBef>
                <a:spcPts val="0"/>
              </a:spcBef>
              <a:buNone/>
              <a:defRPr sz="3600">
                <a:solidFill>
                  <a:schemeClr val="bg2"/>
                </a:solidFill>
                <a:latin typeface="+mj-lt"/>
              </a:defRPr>
            </a:lvl7pPr>
            <a:lvl8pPr marL="228600" indent="-228600">
              <a:lnSpc>
                <a:spcPct val="100000"/>
              </a:lnSpc>
              <a:spcBef>
                <a:spcPts val="0"/>
              </a:spcBef>
              <a:buNone/>
              <a:defRPr sz="3600">
                <a:solidFill>
                  <a:schemeClr val="bg2"/>
                </a:solidFill>
                <a:latin typeface="+mj-lt"/>
              </a:defRPr>
            </a:lvl8pPr>
            <a:lvl9pPr marL="228600" indent="-228600">
              <a:lnSpc>
                <a:spcPct val="100000"/>
              </a:lnSpc>
              <a:spcBef>
                <a:spcPts val="0"/>
              </a:spcBef>
              <a:buNone/>
              <a:defRPr sz="3600">
                <a:solidFill>
                  <a:schemeClr val="bg2"/>
                </a:solidFill>
                <a:latin typeface="+mj-lt"/>
              </a:defRPr>
            </a:lvl9pPr>
          </a:lstStyle>
          <a:p>
            <a:pPr lvl="0"/>
            <a:r>
              <a:rPr dirty="0"/>
              <a:t>“Click to add quote.”</a:t>
            </a:r>
          </a:p>
        </p:txBody>
      </p:sp>
      <p:sp>
        <p:nvSpPr>
          <p:cNvPr id="7" name="Text Placeholder 19">
            <a:extLst>
              <a:ext uri="{FF2B5EF4-FFF2-40B4-BE49-F238E27FC236}">
                <a16:creationId xmlns:a16="http://schemas.microsoft.com/office/drawing/2014/main" id="{B4D530C1-31E4-4040-826D-FF1CE981D703}"/>
              </a:ext>
            </a:extLst>
          </p:cNvPr>
          <p:cNvSpPr>
            <a:spLocks noGrp="1"/>
          </p:cNvSpPr>
          <p:nvPr>
            <p:ph type="body" sz="quarter" idx="14" hasCustomPrompt="1"/>
          </p:nvPr>
        </p:nvSpPr>
        <p:spPr>
          <a:xfrm>
            <a:off x="7275443" y="5332965"/>
            <a:ext cx="2777709" cy="364848"/>
          </a:xfrm>
          <a:prstGeom prst="rect">
            <a:avLst/>
          </a:prstGeom>
        </p:spPr>
        <p:txBody>
          <a:bodyPr anchor="t" anchorCtr="0">
            <a:noAutofit/>
          </a:bodyPr>
          <a:lstStyle>
            <a:lvl1pPr marL="227013" indent="-227013">
              <a:lnSpc>
                <a:spcPct val="100000"/>
              </a:lnSpc>
              <a:spcBef>
                <a:spcPts val="0"/>
              </a:spcBef>
              <a:buClrTx/>
              <a:buFont typeface="Arial" panose="020B0604020202020204" pitchFamily="34" charset="0"/>
              <a:buChar char="–"/>
              <a:defRPr sz="2000" i="0">
                <a:solidFill>
                  <a:schemeClr val="bg2"/>
                </a:solidFill>
                <a:latin typeface="+mn-lt"/>
                <a:cs typeface="Arial" panose="020B0604020202020204" pitchFamily="34" charset="0"/>
              </a:defRPr>
            </a:lvl1pPr>
            <a:lvl2pPr marL="0" indent="0">
              <a:lnSpc>
                <a:spcPct val="100000"/>
              </a:lnSpc>
              <a:spcBef>
                <a:spcPts val="0"/>
              </a:spcBef>
              <a:buNone/>
              <a:defRPr sz="2000">
                <a:solidFill>
                  <a:schemeClr val="bg2"/>
                </a:solidFill>
                <a:latin typeface="+mn-lt"/>
              </a:defRPr>
            </a:lvl2pPr>
            <a:lvl3pPr marL="0" indent="0">
              <a:lnSpc>
                <a:spcPct val="100000"/>
              </a:lnSpc>
              <a:spcBef>
                <a:spcPts val="0"/>
              </a:spcBef>
              <a:buNone/>
              <a:defRPr sz="2000">
                <a:solidFill>
                  <a:schemeClr val="bg2"/>
                </a:solidFill>
                <a:latin typeface="+mn-lt"/>
              </a:defRPr>
            </a:lvl3pPr>
            <a:lvl4pPr marL="0" indent="0">
              <a:lnSpc>
                <a:spcPct val="100000"/>
              </a:lnSpc>
              <a:spcBef>
                <a:spcPts val="0"/>
              </a:spcBef>
              <a:buNone/>
              <a:defRPr sz="2000">
                <a:solidFill>
                  <a:schemeClr val="bg2"/>
                </a:solidFill>
                <a:latin typeface="+mn-lt"/>
              </a:defRPr>
            </a:lvl4pPr>
            <a:lvl5pPr marL="0" indent="0">
              <a:lnSpc>
                <a:spcPct val="100000"/>
              </a:lnSpc>
              <a:spcBef>
                <a:spcPts val="0"/>
              </a:spcBef>
              <a:buNone/>
              <a:defRPr sz="2000">
                <a:solidFill>
                  <a:schemeClr val="bg2"/>
                </a:solidFill>
                <a:latin typeface="+mn-lt"/>
              </a:defRPr>
            </a:lvl5pPr>
            <a:lvl6pPr marL="0" indent="0">
              <a:lnSpc>
                <a:spcPct val="100000"/>
              </a:lnSpc>
              <a:spcBef>
                <a:spcPts val="0"/>
              </a:spcBef>
              <a:buNone/>
              <a:defRPr sz="2000">
                <a:latin typeface="+mn-lt"/>
              </a:defRPr>
            </a:lvl6pPr>
            <a:lvl7pPr marL="0" indent="0">
              <a:lnSpc>
                <a:spcPct val="100000"/>
              </a:lnSpc>
              <a:spcBef>
                <a:spcPts val="0"/>
              </a:spcBef>
              <a:buNone/>
              <a:defRPr sz="2000">
                <a:latin typeface="+mn-lt"/>
              </a:defRPr>
            </a:lvl7pPr>
            <a:lvl8pPr marL="0" indent="0">
              <a:lnSpc>
                <a:spcPct val="100000"/>
              </a:lnSpc>
              <a:spcBef>
                <a:spcPts val="0"/>
              </a:spcBef>
              <a:buNone/>
              <a:defRPr sz="2000">
                <a:latin typeface="+mn-lt"/>
              </a:defRPr>
            </a:lvl8pPr>
            <a:lvl9pPr marL="0" indent="0">
              <a:lnSpc>
                <a:spcPct val="100000"/>
              </a:lnSpc>
              <a:spcBef>
                <a:spcPts val="0"/>
              </a:spcBef>
              <a:buNone/>
              <a:defRPr sz="2000">
                <a:latin typeface="+mn-lt"/>
              </a:defRPr>
            </a:lvl9pPr>
          </a:lstStyle>
          <a:p>
            <a:pPr lvl="0"/>
            <a:r>
              <a:rPr lang="en-US" dirty="0"/>
              <a:t>Author name</a:t>
            </a:r>
            <a:endParaRPr dirty="0"/>
          </a:p>
        </p:txBody>
      </p:sp>
      <p:sp>
        <p:nvSpPr>
          <p:cNvPr id="4" name="Slide Number Placeholder 3">
            <a:extLst>
              <a:ext uri="{FF2B5EF4-FFF2-40B4-BE49-F238E27FC236}">
                <a16:creationId xmlns:a16="http://schemas.microsoft.com/office/drawing/2014/main" id="{2F3E8D77-E32A-A420-41C4-C507B9FC0F5C}"/>
              </a:ext>
            </a:extLst>
          </p:cNvPr>
          <p:cNvSpPr>
            <a:spLocks noGrp="1"/>
          </p:cNvSpPr>
          <p:nvPr>
            <p:ph type="sldNum" sz="quarter" idx="17"/>
          </p:nvPr>
        </p:nvSpPr>
        <p:spPr/>
        <p:txBody>
          <a:bodyPr/>
          <a:lstStyle/>
          <a:p>
            <a:fld id="{A3E11DDA-83B4-4A53-8CAA-D5B2A53562D2}" type="slidenum">
              <a:rPr lang="en-SG" smtClean="0"/>
              <a:t>‹#›</a:t>
            </a:fld>
            <a:endParaRPr lang="en-SG"/>
          </a:p>
        </p:txBody>
      </p:sp>
    </p:spTree>
    <p:extLst>
      <p:ext uri="{BB962C8B-B14F-4D97-AF65-F5344CB8AC3E}">
        <p14:creationId xmlns:p14="http://schemas.microsoft.com/office/powerpoint/2010/main" val="188306942"/>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1056">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Title Slide with SmallPicture">
    <p:bg>
      <p:bgPr>
        <a:solidFill>
          <a:schemeClr val="bg1"/>
        </a:solidFill>
        <a:effectLst/>
      </p:bgPr>
    </p:bg>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A0AF3199-F791-18B1-B264-0EEC24406E88}"/>
              </a:ext>
            </a:extLst>
          </p:cNvPr>
          <p:cNvSpPr/>
          <p:nvPr>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9" name="Picture Placeholder 4">
            <a:extLst>
              <a:ext uri="{FF2B5EF4-FFF2-40B4-BE49-F238E27FC236}">
                <a16:creationId xmlns:a16="http://schemas.microsoft.com/office/drawing/2014/main" id="{C456E61C-46AE-4401-914F-4D139B06E490}"/>
              </a:ext>
            </a:extLst>
          </p:cNvPr>
          <p:cNvSpPr>
            <a:spLocks noGrp="1"/>
          </p:cNvSpPr>
          <p:nvPr>
            <p:ph type="pic" sz="quarter" idx="16"/>
          </p:nvPr>
        </p:nvSpPr>
        <p:spPr>
          <a:xfrm>
            <a:off x="1723284" y="0"/>
            <a:ext cx="10468716" cy="3099751"/>
          </a:xfrm>
          <a:prstGeom prst="rect">
            <a:avLst/>
          </a:prstGeom>
          <a:solidFill>
            <a:schemeClr val="bg1">
              <a:lumMod val="85000"/>
            </a:schemeClr>
          </a:solidFill>
        </p:spPr>
        <p:txBody>
          <a:bodyPr bIns="731520" anchor="ctr" anchorCtr="0"/>
          <a:lstStyle>
            <a:lvl1pPr marL="0" indent="0" algn="ctr">
              <a:buNone/>
              <a:defRPr/>
            </a:lvl1pPr>
          </a:lstStyle>
          <a:p>
            <a:r>
              <a:rPr lang="en-US"/>
              <a:t>Click icon to add picture</a:t>
            </a:r>
            <a:endParaRPr/>
          </a:p>
        </p:txBody>
      </p:sp>
      <p:sp>
        <p:nvSpPr>
          <p:cNvPr id="16" name="bg object 16">
            <a:extLst>
              <a:ext uri="{C183D7F6-B498-43B3-948B-1728B52AA6E4}">
                <adec:decorative xmlns:adec="http://schemas.microsoft.com/office/drawing/2017/decorative" val="1"/>
              </a:ext>
            </a:extLst>
          </p:cNvPr>
          <p:cNvSpPr/>
          <p:nvPr/>
        </p:nvSpPr>
        <p:spPr>
          <a:xfrm>
            <a:off x="1723284" y="5643507"/>
            <a:ext cx="10468715" cy="1214493"/>
          </a:xfrm>
          <a:custGeom>
            <a:avLst/>
            <a:gdLst/>
            <a:ahLst/>
            <a:cxnLst/>
            <a:rect l="l" t="t" r="r" b="b"/>
            <a:pathLst>
              <a:path w="17262475" h="2002790">
                <a:moveTo>
                  <a:pt x="17261851" y="0"/>
                </a:moveTo>
                <a:lnTo>
                  <a:pt x="0" y="0"/>
                </a:lnTo>
                <a:lnTo>
                  <a:pt x="0" y="2002347"/>
                </a:lnTo>
                <a:lnTo>
                  <a:pt x="17261851" y="2002347"/>
                </a:lnTo>
                <a:lnTo>
                  <a:pt x="17261851" y="0"/>
                </a:lnTo>
                <a:close/>
              </a:path>
            </a:pathLst>
          </a:custGeom>
          <a:solidFill>
            <a:schemeClr val="accent6"/>
          </a:solidFill>
        </p:spPr>
        <p:txBody>
          <a:bodyPr wrap="square" lIns="0" tIns="0" rIns="0" bIns="0" rtlCol="0"/>
          <a:lstStyle/>
          <a:p>
            <a:endParaRPr sz="1092">
              <a:latin typeface="Arial" panose="020B0604020202020204" pitchFamily="34" charset="0"/>
            </a:endParaRPr>
          </a:p>
        </p:txBody>
      </p:sp>
      <p:sp>
        <p:nvSpPr>
          <p:cNvPr id="19" name="bg object 19">
            <a:extLst>
              <a:ext uri="{C183D7F6-B498-43B3-948B-1728B52AA6E4}">
                <adec:decorative xmlns:adec="http://schemas.microsoft.com/office/drawing/2017/decorative" val="1"/>
              </a:ext>
            </a:extLst>
          </p:cNvPr>
          <p:cNvSpPr/>
          <p:nvPr/>
        </p:nvSpPr>
        <p:spPr>
          <a:xfrm>
            <a:off x="1101084" y="3690393"/>
            <a:ext cx="264558" cy="264539"/>
          </a:xfrm>
          <a:custGeom>
            <a:avLst/>
            <a:gdLst/>
            <a:ahLst/>
            <a:cxnLst/>
            <a:rect l="l" t="t" r="r" b="b"/>
            <a:pathLst>
              <a:path w="436244" h="436245">
                <a:moveTo>
                  <a:pt x="436122" y="0"/>
                </a:moveTo>
                <a:lnTo>
                  <a:pt x="0" y="0"/>
                </a:lnTo>
                <a:lnTo>
                  <a:pt x="0" y="436143"/>
                </a:lnTo>
                <a:lnTo>
                  <a:pt x="436122" y="436143"/>
                </a:lnTo>
                <a:lnTo>
                  <a:pt x="436122" y="0"/>
                </a:lnTo>
                <a:close/>
              </a:path>
            </a:pathLst>
          </a:custGeom>
          <a:solidFill>
            <a:schemeClr val="accent1"/>
          </a:solidFill>
        </p:spPr>
        <p:txBody>
          <a:bodyPr wrap="square" lIns="0" tIns="0" rIns="0" bIns="0" rtlCol="0"/>
          <a:lstStyle/>
          <a:p>
            <a:endParaRPr sz="1092">
              <a:latin typeface="Arial" panose="020B0604020202020204" pitchFamily="34" charset="0"/>
            </a:endParaRPr>
          </a:p>
        </p:txBody>
      </p:sp>
      <p:sp>
        <p:nvSpPr>
          <p:cNvPr id="18" name="bg object 18">
            <a:extLst>
              <a:ext uri="{C183D7F6-B498-43B3-948B-1728B52AA6E4}">
                <adec:decorative xmlns:adec="http://schemas.microsoft.com/office/drawing/2017/decorative" val="1"/>
              </a:ext>
            </a:extLst>
          </p:cNvPr>
          <p:cNvSpPr/>
          <p:nvPr/>
        </p:nvSpPr>
        <p:spPr>
          <a:xfrm>
            <a:off x="1101084" y="4018213"/>
            <a:ext cx="263402" cy="263384"/>
          </a:xfrm>
          <a:custGeom>
            <a:avLst/>
            <a:gdLst/>
            <a:ahLst/>
            <a:cxnLst/>
            <a:rect l="l" t="t" r="r" b="b"/>
            <a:pathLst>
              <a:path w="434339" h="434340">
                <a:moveTo>
                  <a:pt x="434007" y="0"/>
                </a:moveTo>
                <a:lnTo>
                  <a:pt x="0" y="0"/>
                </a:lnTo>
                <a:lnTo>
                  <a:pt x="0" y="434007"/>
                </a:lnTo>
                <a:lnTo>
                  <a:pt x="434007" y="434007"/>
                </a:lnTo>
                <a:lnTo>
                  <a:pt x="434007" y="0"/>
                </a:lnTo>
                <a:close/>
              </a:path>
            </a:pathLst>
          </a:custGeom>
          <a:solidFill>
            <a:schemeClr val="accent1"/>
          </a:solidFill>
        </p:spPr>
        <p:txBody>
          <a:bodyPr wrap="square" lIns="0" tIns="0" rIns="0" bIns="0" rtlCol="0"/>
          <a:lstStyle/>
          <a:p>
            <a:endParaRPr sz="1092">
              <a:latin typeface="Arial" panose="020B0604020202020204" pitchFamily="34" charset="0"/>
            </a:endParaRPr>
          </a:p>
        </p:txBody>
      </p:sp>
      <p:sp>
        <p:nvSpPr>
          <p:cNvPr id="2" name="Holder 2"/>
          <p:cNvSpPr>
            <a:spLocks noGrp="1"/>
          </p:cNvSpPr>
          <p:nvPr>
            <p:ph type="ctrTitle" hasCustomPrompt="1"/>
          </p:nvPr>
        </p:nvSpPr>
        <p:spPr>
          <a:xfrm>
            <a:off x="1676351" y="3585242"/>
            <a:ext cx="9965012" cy="834613"/>
          </a:xfrm>
          <a:prstGeom prst="rect">
            <a:avLst/>
          </a:prstGeom>
        </p:spPr>
        <p:txBody>
          <a:bodyPr wrap="square" lIns="0" tIns="0" rIns="0" bIns="0" anchor="t" anchorCtr="0">
            <a:noAutofit/>
          </a:bodyPr>
          <a:lstStyle>
            <a:lvl1pPr>
              <a:lnSpc>
                <a:spcPct val="100000"/>
              </a:lnSpc>
              <a:spcBef>
                <a:spcPts val="0"/>
              </a:spcBef>
              <a:defRPr sz="4000" b="0" i="0" baseline="0">
                <a:solidFill>
                  <a:schemeClr val="bg2"/>
                </a:solidFill>
                <a:latin typeface="Arial Black" panose="020B0A04020102020204" pitchFamily="34" charset="0"/>
              </a:defRPr>
            </a:lvl1pPr>
          </a:lstStyle>
          <a:p>
            <a:r>
              <a:t>Click to edit master title style</a:t>
            </a:r>
          </a:p>
        </p:txBody>
      </p:sp>
      <p:sp>
        <p:nvSpPr>
          <p:cNvPr id="3" name="Holder 3"/>
          <p:cNvSpPr>
            <a:spLocks noGrp="1"/>
          </p:cNvSpPr>
          <p:nvPr>
            <p:ph type="subTitle" idx="4" hasCustomPrompt="1"/>
          </p:nvPr>
        </p:nvSpPr>
        <p:spPr>
          <a:xfrm>
            <a:off x="1676351" y="4625588"/>
            <a:ext cx="9935781" cy="430887"/>
          </a:xfrm>
          <a:prstGeom prst="rect">
            <a:avLst/>
          </a:prstGeom>
        </p:spPr>
        <p:txBody>
          <a:bodyPr wrap="square" lIns="0" tIns="0" rIns="0" bIns="0" anchor="ctr" anchorCtr="0">
            <a:noAutofit/>
          </a:bodyPr>
          <a:lstStyle>
            <a:lvl1pPr marL="0" indent="0">
              <a:lnSpc>
                <a:spcPct val="100000"/>
              </a:lnSpc>
              <a:spcBef>
                <a:spcPts val="0"/>
              </a:spcBef>
              <a:buNone/>
              <a:defRPr sz="2400" baseline="0">
                <a:solidFill>
                  <a:schemeClr val="tx1"/>
                </a:solidFill>
                <a:latin typeface="+mn-lt"/>
              </a:defRPr>
            </a:lvl1pPr>
            <a:lvl2pPr marL="0" indent="0">
              <a:spcBef>
                <a:spcPts val="0"/>
              </a:spcBef>
              <a:buNone/>
              <a:defRPr sz="2400">
                <a:latin typeface="+mn-lt"/>
              </a:defRPr>
            </a:lvl2pPr>
            <a:lvl3pPr marL="0" indent="0">
              <a:spcBef>
                <a:spcPts val="0"/>
              </a:spcBef>
              <a:buNone/>
              <a:defRPr sz="2400">
                <a:latin typeface="+mn-lt"/>
              </a:defRPr>
            </a:lvl3pPr>
            <a:lvl4pPr marL="0" indent="0">
              <a:spcBef>
                <a:spcPts val="0"/>
              </a:spcBef>
              <a:buNone/>
              <a:defRPr sz="2400">
                <a:latin typeface="+mn-lt"/>
              </a:defRPr>
            </a:lvl4pPr>
            <a:lvl5pPr marL="0" indent="0">
              <a:spcBef>
                <a:spcPts val="0"/>
              </a:spcBef>
              <a:buNone/>
              <a:defRPr sz="2400">
                <a:latin typeface="+mn-lt"/>
              </a:defRPr>
            </a:lvl5pPr>
            <a:lvl6pPr marL="0" indent="0">
              <a:spcBef>
                <a:spcPts val="0"/>
              </a:spcBef>
              <a:buNone/>
              <a:defRPr sz="2400">
                <a:latin typeface="+mn-lt"/>
              </a:defRPr>
            </a:lvl6pPr>
            <a:lvl7pPr marL="0" indent="0">
              <a:spcBef>
                <a:spcPts val="0"/>
              </a:spcBef>
              <a:buNone/>
              <a:defRPr sz="2400">
                <a:latin typeface="+mn-lt"/>
              </a:defRPr>
            </a:lvl7pPr>
            <a:lvl8pPr marL="0" indent="0">
              <a:spcBef>
                <a:spcPts val="0"/>
              </a:spcBef>
              <a:buNone/>
              <a:defRPr sz="2400">
                <a:latin typeface="+mn-lt"/>
              </a:defRPr>
            </a:lvl8pPr>
            <a:lvl9pPr marL="0" indent="0">
              <a:spcBef>
                <a:spcPts val="0"/>
              </a:spcBef>
              <a:buNone/>
              <a:defRPr sz="2400">
                <a:latin typeface="+mn-lt"/>
              </a:defRPr>
            </a:lvl9pPr>
          </a:lstStyle>
          <a:p>
            <a:r>
              <a:t>Click to add text</a:t>
            </a:r>
          </a:p>
        </p:txBody>
      </p:sp>
      <p:sp>
        <p:nvSpPr>
          <p:cNvPr id="6" name="Slide Number Placeholder 5">
            <a:extLst>
              <a:ext uri="{FF2B5EF4-FFF2-40B4-BE49-F238E27FC236}">
                <a16:creationId xmlns:a16="http://schemas.microsoft.com/office/drawing/2014/main" id="{DF65F03B-AE9A-5511-2F79-116604EC92DC}"/>
              </a:ext>
            </a:extLst>
          </p:cNvPr>
          <p:cNvSpPr>
            <a:spLocks noGrp="1"/>
          </p:cNvSpPr>
          <p:nvPr>
            <p:ph type="sldNum" sz="quarter" idx="19"/>
          </p:nvPr>
        </p:nvSpPr>
        <p:spPr/>
        <p:txBody>
          <a:bodyPr/>
          <a:lstStyle/>
          <a:p>
            <a:fld id="{A3E11DDA-83B4-4A53-8CAA-D5B2A53562D2}" type="slidenum">
              <a:rPr lang="en-SG" smtClean="0"/>
              <a:t>‹#›</a:t>
            </a:fld>
            <a:endParaRPr lang="en-SG"/>
          </a:p>
        </p:txBody>
      </p:sp>
    </p:spTree>
    <p:extLst>
      <p:ext uri="{BB962C8B-B14F-4D97-AF65-F5344CB8AC3E}">
        <p14:creationId xmlns:p14="http://schemas.microsoft.com/office/powerpoint/2010/main" val="1784713614"/>
      </p:ext>
    </p:extLst>
  </p:cSld>
  <p:clrMapOvr>
    <a:masterClrMapping/>
  </p:clrMapOvr>
  <p:extLst>
    <p:ext uri="{DCECCB84-F9BA-43D5-87BE-67443E8EF086}">
      <p15:sldGuideLst xmlns:p15="http://schemas.microsoft.com/office/powerpoint/2012/main">
        <p15:guide id="1" orient="horz" pos="232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9AE54-B345-9EF5-1AA9-FDFD47EE1269}"/>
              </a:ext>
            </a:extLst>
          </p:cNvPr>
          <p:cNvSpPr>
            <a:spLocks noGrp="1"/>
          </p:cNvSpPr>
          <p:nvPr>
            <p:ph type="ctrTitle"/>
          </p:nvPr>
        </p:nvSpPr>
        <p:spPr>
          <a:xfrm>
            <a:off x="2593691" y="3612333"/>
            <a:ext cx="7190049" cy="817737"/>
          </a:xfrm>
        </p:spPr>
        <p:txBody>
          <a:bodyPr anchor="b"/>
          <a:lstStyle>
            <a:lvl1pPr algn="l">
              <a:defRPr sz="4000"/>
            </a:lvl1pPr>
          </a:lstStyle>
          <a:p>
            <a:r>
              <a:rPr lang="en-US"/>
              <a:t>Click to edit Master title style</a:t>
            </a:r>
            <a:endParaRPr/>
          </a:p>
        </p:txBody>
      </p:sp>
      <p:sp>
        <p:nvSpPr>
          <p:cNvPr id="3" name="Subtitle 2">
            <a:extLst>
              <a:ext uri="{FF2B5EF4-FFF2-40B4-BE49-F238E27FC236}">
                <a16:creationId xmlns:a16="http://schemas.microsoft.com/office/drawing/2014/main" id="{BFF96945-EE01-10D2-2D68-1EDCD328A84D}"/>
              </a:ext>
            </a:extLst>
          </p:cNvPr>
          <p:cNvSpPr>
            <a:spLocks noGrp="1"/>
          </p:cNvSpPr>
          <p:nvPr>
            <p:ph type="subTitle" idx="1" hasCustomPrompt="1"/>
          </p:nvPr>
        </p:nvSpPr>
        <p:spPr>
          <a:xfrm>
            <a:off x="2593885" y="4769026"/>
            <a:ext cx="7189810" cy="503917"/>
          </a:xfrm>
        </p:spPr>
        <p:txBody>
          <a:bodyPr/>
          <a:lstStyle>
            <a:lvl1pPr marL="0" indent="0" algn="l">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Month, Day, Year</a:t>
            </a:r>
          </a:p>
        </p:txBody>
      </p:sp>
      <p:sp>
        <p:nvSpPr>
          <p:cNvPr id="12" name="Slide Number Placeholder 11">
            <a:extLst>
              <a:ext uri="{FF2B5EF4-FFF2-40B4-BE49-F238E27FC236}">
                <a16:creationId xmlns:a16="http://schemas.microsoft.com/office/drawing/2014/main" id="{46E54B82-34EF-42ED-7544-AC8B6A11D39C}"/>
              </a:ext>
            </a:extLst>
          </p:cNvPr>
          <p:cNvSpPr>
            <a:spLocks noGrp="1"/>
          </p:cNvSpPr>
          <p:nvPr>
            <p:ph type="sldNum" sz="quarter" idx="17"/>
          </p:nvPr>
        </p:nvSpPr>
        <p:spPr/>
        <p:txBody>
          <a:bodyPr/>
          <a:lstStyle/>
          <a:p>
            <a:fld id="{A3E11DDA-83B4-4A53-8CAA-D5B2A53562D2}" type="slidenum">
              <a:rPr lang="en-SG" smtClean="0"/>
              <a:t>‹#›</a:t>
            </a:fld>
            <a:endParaRPr lang="en-SG"/>
          </a:p>
        </p:txBody>
      </p:sp>
      <p:pic>
        <p:nvPicPr>
          <p:cNvPr id="13" name="Logo">
            <a:extLst>
              <a:ext uri="{FF2B5EF4-FFF2-40B4-BE49-F238E27FC236}">
                <a16:creationId xmlns:a16="http://schemas.microsoft.com/office/drawing/2014/main" id="{E37EFEAA-81E4-FE5A-8BB9-DA0F809D0AF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32828" y="936040"/>
            <a:ext cx="4795724" cy="935751"/>
          </a:xfrm>
          <a:prstGeom prst="rect">
            <a:avLst/>
          </a:prstGeom>
        </p:spPr>
      </p:pic>
    </p:spTree>
    <p:extLst>
      <p:ext uri="{BB962C8B-B14F-4D97-AF65-F5344CB8AC3E}">
        <p14:creationId xmlns:p14="http://schemas.microsoft.com/office/powerpoint/2010/main" val="9211326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ThankYou">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137B6B49-4E86-DAA7-C2A7-E2E6C09C6D12}"/>
              </a:ext>
            </a:extLst>
          </p:cNvPr>
          <p:cNvSpPr/>
          <p:nvPr>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43" name="TextBox 42">
            <a:extLst>
              <a:ext uri="{FF2B5EF4-FFF2-40B4-BE49-F238E27FC236}">
                <a16:creationId xmlns:a16="http://schemas.microsoft.com/office/drawing/2014/main" id="{C3CEE76A-D9A4-68A5-7427-AC21CA4D0DAE}"/>
              </a:ext>
            </a:extLst>
          </p:cNvPr>
          <p:cNvSpPr txBox="1"/>
          <p:nvPr/>
        </p:nvSpPr>
        <p:spPr>
          <a:xfrm>
            <a:off x="9353058" y="1782937"/>
            <a:ext cx="2480020" cy="540276"/>
          </a:xfrm>
          <a:prstGeom prst="rect">
            <a:avLst/>
          </a:prstGeom>
        </p:spPr>
        <p:txBody>
          <a:bodyPr wrap="square" rtlCol="0">
            <a:spAutoFit/>
          </a:bodyPr>
          <a:lstStyle/>
          <a:p>
            <a:pPr algn="l"/>
            <a:r>
              <a:rPr sz="2911" kern="0" dirty="0">
                <a:solidFill>
                  <a:schemeClr val="bg2"/>
                </a:solidFill>
                <a:latin typeface="+mj-lt"/>
              </a:rPr>
              <a:t>Thank You</a:t>
            </a:r>
          </a:p>
        </p:txBody>
      </p:sp>
      <p:sp>
        <p:nvSpPr>
          <p:cNvPr id="41" name="TextBox 40">
            <a:extLst>
              <a:ext uri="{FF2B5EF4-FFF2-40B4-BE49-F238E27FC236}">
                <a16:creationId xmlns:a16="http://schemas.microsoft.com/office/drawing/2014/main" id="{778648CA-5B02-555D-465E-AED2E41A3BCE}"/>
              </a:ext>
            </a:extLst>
          </p:cNvPr>
          <p:cNvSpPr txBox="1"/>
          <p:nvPr/>
        </p:nvSpPr>
        <p:spPr>
          <a:xfrm>
            <a:off x="9207143" y="3048000"/>
            <a:ext cx="2625935" cy="3385542"/>
          </a:xfrm>
          <a:prstGeom prst="rect">
            <a:avLst/>
          </a:prstGeom>
          <a:noFill/>
          <a:ln>
            <a:noFill/>
          </a:ln>
        </p:spPr>
        <p:txBody>
          <a:bodyPr wrap="square" rtlCol="0">
            <a:spAutoFit/>
          </a:bodyPr>
          <a:lstStyle/>
          <a:p>
            <a:pPr lvl="0">
              <a:spcAft>
                <a:spcPts val="600"/>
              </a:spcAft>
            </a:pPr>
            <a:r>
              <a:rPr lang="en-US" sz="970" dirty="0">
                <a:latin typeface="+mn-lt"/>
                <a:cs typeface="Arial" panose="020B0604020202020204" pitchFamily="34" charset="0"/>
              </a:rPr>
              <a:t>The information contained herein is </a:t>
            </a:r>
            <a:br>
              <a:rPr lang="en-US" sz="970" dirty="0">
                <a:latin typeface="+mn-lt"/>
                <a:cs typeface="Arial" panose="020B0604020202020204" pitchFamily="34" charset="0"/>
              </a:rPr>
            </a:br>
            <a:r>
              <a:rPr lang="en-US" sz="970" dirty="0">
                <a:latin typeface="+mn-lt"/>
                <a:cs typeface="Arial" panose="020B0604020202020204" pitchFamily="34" charset="0"/>
              </a:rPr>
              <a:t>GF Confidential and the property of GlobalFoundries and/or its licensors.</a:t>
            </a:r>
          </a:p>
          <a:p>
            <a:pPr lvl="0">
              <a:spcAft>
                <a:spcPts val="600"/>
              </a:spcAft>
            </a:pPr>
            <a:r>
              <a:rPr lang="en-US" sz="970" dirty="0">
                <a:latin typeface="+mn-lt"/>
                <a:cs typeface="Arial" panose="020B0604020202020204" pitchFamily="34" charset="0"/>
              </a:rPr>
              <a:t>This document is for informational purposes only, is current only as of the date of publication and is subject to change by GlobalFoundries at any time without notice.</a:t>
            </a:r>
          </a:p>
          <a:p>
            <a:pPr lvl="0">
              <a:spcAft>
                <a:spcPts val="600"/>
              </a:spcAft>
            </a:pPr>
            <a:r>
              <a:rPr lang="en-US" sz="970" dirty="0">
                <a:latin typeface="+mn-lt"/>
                <a:cs typeface="Arial" panose="020B0604020202020204" pitchFamily="34" charset="0"/>
              </a:rPr>
              <a:t>GlobalFoundries, the GlobalFoundries logo and combinations thereof are trademarks of GlobalFoundries Inc. in the United States and/or other jurisdictions. Other product or service names are for identification only and may be trademarks or service marks of their respective owners.</a:t>
            </a:r>
          </a:p>
          <a:p>
            <a:pPr lvl="0">
              <a:spcAft>
                <a:spcPts val="600"/>
              </a:spcAft>
            </a:pPr>
            <a:r>
              <a:rPr lang="en-US" sz="970" dirty="0">
                <a:latin typeface="+mn-lt"/>
                <a:cs typeface="Arial" panose="020B0604020202020204" pitchFamily="34" charset="0"/>
              </a:rPr>
              <a:t>© GlobalFoundries Inc. 2025. Unless otherwise indicated, all rights reserved. </a:t>
            </a:r>
            <a:br>
              <a:rPr lang="en-US" sz="970" dirty="0">
                <a:latin typeface="+mn-lt"/>
                <a:cs typeface="Arial" panose="020B0604020202020204" pitchFamily="34" charset="0"/>
              </a:rPr>
            </a:br>
            <a:r>
              <a:rPr lang="en-US" sz="970" dirty="0">
                <a:latin typeface="+mn-lt"/>
                <a:cs typeface="Arial" panose="020B0604020202020204" pitchFamily="34" charset="0"/>
              </a:rPr>
              <a:t>Do not copy or redistribute, in whole or in part, except as expressly permitted by GlobalFoundries.</a:t>
            </a:r>
            <a:endParaRPr sz="970" kern="0" dirty="0">
              <a:latin typeface="+mn-lt"/>
            </a:endParaRPr>
          </a:p>
          <a:p>
            <a:pPr algn="l"/>
            <a:endParaRPr sz="970" kern="0" dirty="0">
              <a:latin typeface="+mn-lt"/>
            </a:endParaRPr>
          </a:p>
        </p:txBody>
      </p:sp>
      <p:pic>
        <p:nvPicPr>
          <p:cNvPr id="46" name="graphic">
            <a:extLst>
              <a:ext uri="{FF2B5EF4-FFF2-40B4-BE49-F238E27FC236}">
                <a16:creationId xmlns:a16="http://schemas.microsoft.com/office/drawing/2014/main" id="{392A478E-35F2-4E19-881A-F739DA96B03F}"/>
              </a:ext>
              <a:ext uri="{C183D7F6-B498-43B3-948B-1728B52AA6E4}">
                <adec:decorative xmlns:adec="http://schemas.microsoft.com/office/drawing/2017/decorative" val="1"/>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 y="1"/>
            <a:ext cx="8944946" cy="6857519"/>
          </a:xfrm>
          <a:prstGeom prst="rect">
            <a:avLst/>
          </a:prstGeom>
        </p:spPr>
      </p:pic>
      <p:sp>
        <p:nvSpPr>
          <p:cNvPr id="45" name="overlay">
            <a:extLst>
              <a:ext uri="{FF2B5EF4-FFF2-40B4-BE49-F238E27FC236}">
                <a16:creationId xmlns:a16="http://schemas.microsoft.com/office/drawing/2014/main" id="{E50D90A6-9B7C-44C5-9FA0-FE3F92386E57}"/>
              </a:ext>
              <a:ext uri="{C183D7F6-B498-43B3-948B-1728B52AA6E4}">
                <adec:decorative xmlns:adec="http://schemas.microsoft.com/office/drawing/2017/decorative" val="1"/>
              </a:ext>
            </a:extLst>
          </p:cNvPr>
          <p:cNvSpPr/>
          <p:nvPr/>
        </p:nvSpPr>
        <p:spPr>
          <a:xfrm>
            <a:off x="1" y="385"/>
            <a:ext cx="8945293" cy="6857230"/>
          </a:xfrm>
          <a:custGeom>
            <a:avLst/>
            <a:gdLst/>
            <a:ahLst/>
            <a:cxnLst/>
            <a:rect l="l" t="t" r="r" b="b"/>
            <a:pathLst>
              <a:path w="14750415" h="11308080">
                <a:moveTo>
                  <a:pt x="14749844" y="0"/>
                </a:moveTo>
                <a:lnTo>
                  <a:pt x="9265755" y="0"/>
                </a:lnTo>
                <a:lnTo>
                  <a:pt x="9265755" y="2420620"/>
                </a:lnTo>
                <a:lnTo>
                  <a:pt x="9265755" y="8887460"/>
                </a:lnTo>
                <a:lnTo>
                  <a:pt x="2798330" y="8887460"/>
                </a:lnTo>
                <a:lnTo>
                  <a:pt x="2798330" y="2420620"/>
                </a:lnTo>
                <a:lnTo>
                  <a:pt x="9265755" y="2420620"/>
                </a:lnTo>
                <a:lnTo>
                  <a:pt x="9265755" y="0"/>
                </a:lnTo>
                <a:lnTo>
                  <a:pt x="0" y="0"/>
                </a:lnTo>
                <a:lnTo>
                  <a:pt x="0" y="2420620"/>
                </a:lnTo>
                <a:lnTo>
                  <a:pt x="0" y="8887460"/>
                </a:lnTo>
                <a:lnTo>
                  <a:pt x="0" y="11308067"/>
                </a:lnTo>
                <a:lnTo>
                  <a:pt x="14749844" y="11308067"/>
                </a:lnTo>
                <a:lnTo>
                  <a:pt x="14749844" y="8887460"/>
                </a:lnTo>
                <a:lnTo>
                  <a:pt x="14749844" y="2420620"/>
                </a:lnTo>
                <a:lnTo>
                  <a:pt x="14749844" y="2420035"/>
                </a:lnTo>
                <a:lnTo>
                  <a:pt x="14749844" y="0"/>
                </a:lnTo>
                <a:close/>
              </a:path>
            </a:pathLst>
          </a:custGeom>
          <a:solidFill>
            <a:srgbClr val="1C1B1A">
              <a:alpha val="34999"/>
            </a:srgbClr>
          </a:solidFill>
        </p:spPr>
        <p:txBody>
          <a:bodyPr wrap="square" lIns="0" tIns="0" rIns="0" bIns="0" rtlCol="0"/>
          <a:lstStyle/>
          <a:p>
            <a:endParaRPr sz="1092">
              <a:latin typeface="Arial" panose="020B0604020202020204" pitchFamily="34" charset="0"/>
            </a:endParaRPr>
          </a:p>
        </p:txBody>
      </p:sp>
      <p:pic>
        <p:nvPicPr>
          <p:cNvPr id="4" name="Picture 3">
            <a:extLst>
              <a:ext uri="{FF2B5EF4-FFF2-40B4-BE49-F238E27FC236}">
                <a16:creationId xmlns:a16="http://schemas.microsoft.com/office/drawing/2014/main" id="{211DAC29-5C3C-4617-8BFE-DBC7E5D57B1C}"/>
              </a:ext>
              <a:ext uri="{C183D7F6-B498-43B3-948B-1728B52AA6E4}">
                <adec:decorative xmlns:adec="http://schemas.microsoft.com/office/drawing/2017/decorative" val="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b="-160"/>
          <a:stretch/>
        </p:blipFill>
        <p:spPr>
          <a:xfrm>
            <a:off x="6559653" y="1447322"/>
            <a:ext cx="2385295" cy="3917931"/>
          </a:xfrm>
          <a:prstGeom prst="rect">
            <a:avLst/>
          </a:prstGeom>
        </p:spPr>
      </p:pic>
      <p:grpSp>
        <p:nvGrpSpPr>
          <p:cNvPr id="6" name="Group 5" descr="Twitter">
            <a:extLst>
              <a:ext uri="{FF2B5EF4-FFF2-40B4-BE49-F238E27FC236}">
                <a16:creationId xmlns:a16="http://schemas.microsoft.com/office/drawing/2014/main" id="{3782CDD0-FC21-6A13-3B79-3A6CD49028D1}"/>
              </a:ext>
            </a:extLst>
          </p:cNvPr>
          <p:cNvGrpSpPr/>
          <p:nvPr/>
        </p:nvGrpSpPr>
        <p:grpSpPr>
          <a:xfrm>
            <a:off x="9732478" y="2485302"/>
            <a:ext cx="381241" cy="381214"/>
            <a:chOff x="9586564" y="2485302"/>
            <a:chExt cx="381241" cy="381214"/>
          </a:xfrm>
        </p:grpSpPr>
        <p:sp>
          <p:nvSpPr>
            <p:cNvPr id="31" name="object 28">
              <a:extLst>
                <a:ext uri="{FF2B5EF4-FFF2-40B4-BE49-F238E27FC236}">
                  <a16:creationId xmlns:a16="http://schemas.microsoft.com/office/drawing/2014/main" id="{852AB99D-BC9C-EE4E-8D5D-06C38E0ADE47}"/>
                </a:ext>
              </a:extLst>
            </p:cNvPr>
            <p:cNvSpPr/>
            <p:nvPr/>
          </p:nvSpPr>
          <p:spPr>
            <a:xfrm>
              <a:off x="9586564" y="2485302"/>
              <a:ext cx="381241" cy="381214"/>
            </a:xfrm>
            <a:custGeom>
              <a:avLst/>
              <a:gdLst/>
              <a:ahLst/>
              <a:cxnLst/>
              <a:rect l="l" t="t" r="r" b="b"/>
              <a:pathLst>
                <a:path w="628650" h="628650">
                  <a:moveTo>
                    <a:pt x="314126" y="0"/>
                  </a:moveTo>
                  <a:lnTo>
                    <a:pt x="267708" y="3406"/>
                  </a:lnTo>
                  <a:lnTo>
                    <a:pt x="223404" y="13300"/>
                  </a:lnTo>
                  <a:lnTo>
                    <a:pt x="181701" y="29196"/>
                  </a:lnTo>
                  <a:lnTo>
                    <a:pt x="143083" y="50609"/>
                  </a:lnTo>
                  <a:lnTo>
                    <a:pt x="108038" y="77051"/>
                  </a:lnTo>
                  <a:lnTo>
                    <a:pt x="77051" y="108038"/>
                  </a:lnTo>
                  <a:lnTo>
                    <a:pt x="50609" y="143083"/>
                  </a:lnTo>
                  <a:lnTo>
                    <a:pt x="29196" y="181701"/>
                  </a:lnTo>
                  <a:lnTo>
                    <a:pt x="13300" y="223404"/>
                  </a:lnTo>
                  <a:lnTo>
                    <a:pt x="3406" y="267708"/>
                  </a:lnTo>
                  <a:lnTo>
                    <a:pt x="0" y="314126"/>
                  </a:lnTo>
                  <a:lnTo>
                    <a:pt x="3406" y="360544"/>
                  </a:lnTo>
                  <a:lnTo>
                    <a:pt x="13300" y="404848"/>
                  </a:lnTo>
                  <a:lnTo>
                    <a:pt x="29196" y="446551"/>
                  </a:lnTo>
                  <a:lnTo>
                    <a:pt x="50609" y="485169"/>
                  </a:lnTo>
                  <a:lnTo>
                    <a:pt x="77051" y="520214"/>
                  </a:lnTo>
                  <a:lnTo>
                    <a:pt x="108038" y="551201"/>
                  </a:lnTo>
                  <a:lnTo>
                    <a:pt x="143083" y="577643"/>
                  </a:lnTo>
                  <a:lnTo>
                    <a:pt x="181701" y="599056"/>
                  </a:lnTo>
                  <a:lnTo>
                    <a:pt x="223404" y="614952"/>
                  </a:lnTo>
                  <a:lnTo>
                    <a:pt x="267708" y="624847"/>
                  </a:lnTo>
                  <a:lnTo>
                    <a:pt x="314126" y="628253"/>
                  </a:lnTo>
                  <a:lnTo>
                    <a:pt x="360544" y="624847"/>
                  </a:lnTo>
                  <a:lnTo>
                    <a:pt x="404848" y="614952"/>
                  </a:lnTo>
                  <a:lnTo>
                    <a:pt x="446551" y="599056"/>
                  </a:lnTo>
                  <a:lnTo>
                    <a:pt x="485169" y="577643"/>
                  </a:lnTo>
                  <a:lnTo>
                    <a:pt x="520214" y="551201"/>
                  </a:lnTo>
                  <a:lnTo>
                    <a:pt x="551201" y="520214"/>
                  </a:lnTo>
                  <a:lnTo>
                    <a:pt x="577643" y="485169"/>
                  </a:lnTo>
                  <a:lnTo>
                    <a:pt x="599056" y="446551"/>
                  </a:lnTo>
                  <a:lnTo>
                    <a:pt x="614952" y="404848"/>
                  </a:lnTo>
                  <a:lnTo>
                    <a:pt x="624847" y="360544"/>
                  </a:lnTo>
                  <a:lnTo>
                    <a:pt x="628253" y="314126"/>
                  </a:lnTo>
                  <a:lnTo>
                    <a:pt x="624847" y="267708"/>
                  </a:lnTo>
                  <a:lnTo>
                    <a:pt x="614952" y="223404"/>
                  </a:lnTo>
                  <a:lnTo>
                    <a:pt x="599056" y="181701"/>
                  </a:lnTo>
                  <a:lnTo>
                    <a:pt x="577643" y="143083"/>
                  </a:lnTo>
                  <a:lnTo>
                    <a:pt x="551201" y="108038"/>
                  </a:lnTo>
                  <a:lnTo>
                    <a:pt x="520214" y="77051"/>
                  </a:lnTo>
                  <a:lnTo>
                    <a:pt x="485169" y="50609"/>
                  </a:lnTo>
                  <a:lnTo>
                    <a:pt x="446551" y="29196"/>
                  </a:lnTo>
                  <a:lnTo>
                    <a:pt x="404848" y="13300"/>
                  </a:lnTo>
                  <a:lnTo>
                    <a:pt x="360544" y="3406"/>
                  </a:lnTo>
                  <a:lnTo>
                    <a:pt x="314126" y="0"/>
                  </a:lnTo>
                  <a:close/>
                </a:path>
              </a:pathLst>
            </a:custGeom>
            <a:solidFill>
              <a:srgbClr val="FF6012"/>
            </a:solidFill>
          </p:spPr>
          <p:txBody>
            <a:bodyPr wrap="square" lIns="0" tIns="0" rIns="0" bIns="0" rtlCol="0"/>
            <a:lstStyle/>
            <a:p>
              <a:endParaRPr sz="1092">
                <a:latin typeface="Arial" panose="020B0604020202020204" pitchFamily="34" charset="0"/>
              </a:endParaRPr>
            </a:p>
          </p:txBody>
        </p:sp>
        <p:sp>
          <p:nvSpPr>
            <p:cNvPr id="32" name="object 29">
              <a:extLst>
                <a:ext uri="{FF2B5EF4-FFF2-40B4-BE49-F238E27FC236}">
                  <a16:creationId xmlns:a16="http://schemas.microsoft.com/office/drawing/2014/main" id="{7D66DFA3-7C56-A649-93A9-B92319F157C4}"/>
                </a:ext>
              </a:extLst>
            </p:cNvPr>
            <p:cNvSpPr/>
            <p:nvPr/>
          </p:nvSpPr>
          <p:spPr>
            <a:xfrm>
              <a:off x="9675569" y="2593308"/>
              <a:ext cx="211415" cy="172124"/>
            </a:xfrm>
            <a:custGeom>
              <a:avLst/>
              <a:gdLst/>
              <a:ahLst/>
              <a:cxnLst/>
              <a:rect l="l" t="t" r="r" b="b"/>
              <a:pathLst>
                <a:path w="348615" h="283845">
                  <a:moveTo>
                    <a:pt x="241343" y="0"/>
                  </a:moveTo>
                  <a:lnTo>
                    <a:pt x="209520" y="7429"/>
                  </a:lnTo>
                  <a:lnTo>
                    <a:pt x="185292" y="27130"/>
                  </a:lnTo>
                  <a:lnTo>
                    <a:pt x="171675" y="55217"/>
                  </a:lnTo>
                  <a:lnTo>
                    <a:pt x="171680" y="87808"/>
                  </a:lnTo>
                  <a:lnTo>
                    <a:pt x="128529" y="80964"/>
                  </a:lnTo>
                  <a:lnTo>
                    <a:pt x="88909" y="65562"/>
                  </a:lnTo>
                  <a:lnTo>
                    <a:pt x="53822" y="42602"/>
                  </a:lnTo>
                  <a:lnTo>
                    <a:pt x="24271" y="13088"/>
                  </a:lnTo>
                  <a:lnTo>
                    <a:pt x="15343" y="38577"/>
                  </a:lnTo>
                  <a:lnTo>
                    <a:pt x="16365" y="64907"/>
                  </a:lnTo>
                  <a:lnTo>
                    <a:pt x="26874" y="89201"/>
                  </a:lnTo>
                  <a:lnTo>
                    <a:pt x="46406" y="108583"/>
                  </a:lnTo>
                  <a:lnTo>
                    <a:pt x="37750" y="107777"/>
                  </a:lnTo>
                  <a:lnTo>
                    <a:pt x="29417" y="105970"/>
                  </a:lnTo>
                  <a:lnTo>
                    <a:pt x="21478" y="103229"/>
                  </a:lnTo>
                  <a:lnTo>
                    <a:pt x="13999" y="99620"/>
                  </a:lnTo>
                  <a:lnTo>
                    <a:pt x="17798" y="123728"/>
                  </a:lnTo>
                  <a:lnTo>
                    <a:pt x="29489" y="144974"/>
                  </a:lnTo>
                  <a:lnTo>
                    <a:pt x="47776" y="161304"/>
                  </a:lnTo>
                  <a:lnTo>
                    <a:pt x="71359" y="170664"/>
                  </a:lnTo>
                  <a:lnTo>
                    <a:pt x="63644" y="172309"/>
                  </a:lnTo>
                  <a:lnTo>
                    <a:pt x="55642" y="173102"/>
                  </a:lnTo>
                  <a:lnTo>
                    <a:pt x="47428" y="172979"/>
                  </a:lnTo>
                  <a:lnTo>
                    <a:pt x="39077" y="171879"/>
                  </a:lnTo>
                  <a:lnTo>
                    <a:pt x="48946" y="191551"/>
                  </a:lnTo>
                  <a:lnTo>
                    <a:pt x="64145" y="207157"/>
                  </a:lnTo>
                  <a:lnTo>
                    <a:pt x="83509" y="217542"/>
                  </a:lnTo>
                  <a:lnTo>
                    <a:pt x="105871" y="221553"/>
                  </a:lnTo>
                  <a:lnTo>
                    <a:pt x="81981" y="236754"/>
                  </a:lnTo>
                  <a:lnTo>
                    <a:pt x="55888" y="246878"/>
                  </a:lnTo>
                  <a:lnTo>
                    <a:pt x="28319" y="251743"/>
                  </a:lnTo>
                  <a:lnTo>
                    <a:pt x="0" y="251165"/>
                  </a:lnTo>
                  <a:lnTo>
                    <a:pt x="24798" y="264747"/>
                  </a:lnTo>
                  <a:lnTo>
                    <a:pt x="51532" y="274842"/>
                  </a:lnTo>
                  <a:lnTo>
                    <a:pt x="79907" y="281132"/>
                  </a:lnTo>
                  <a:lnTo>
                    <a:pt x="109630" y="283300"/>
                  </a:lnTo>
                  <a:lnTo>
                    <a:pt x="162936" y="276794"/>
                  </a:lnTo>
                  <a:lnTo>
                    <a:pt x="208787" y="258719"/>
                  </a:lnTo>
                  <a:lnTo>
                    <a:pt x="246804" y="231239"/>
                  </a:lnTo>
                  <a:lnTo>
                    <a:pt x="276606" y="196519"/>
                  </a:lnTo>
                  <a:lnTo>
                    <a:pt x="297811" y="156721"/>
                  </a:lnTo>
                  <a:lnTo>
                    <a:pt x="310040" y="114011"/>
                  </a:lnTo>
                  <a:lnTo>
                    <a:pt x="312911" y="70552"/>
                  </a:lnTo>
                  <a:lnTo>
                    <a:pt x="323031" y="62536"/>
                  </a:lnTo>
                  <a:lnTo>
                    <a:pt x="332395" y="53646"/>
                  </a:lnTo>
                  <a:lnTo>
                    <a:pt x="340938" y="43952"/>
                  </a:lnTo>
                  <a:lnTo>
                    <a:pt x="348596" y="33527"/>
                  </a:lnTo>
                  <a:lnTo>
                    <a:pt x="338796" y="37443"/>
                  </a:lnTo>
                  <a:lnTo>
                    <a:pt x="328666" y="40644"/>
                  </a:lnTo>
                  <a:lnTo>
                    <a:pt x="318232" y="43100"/>
                  </a:lnTo>
                  <a:lnTo>
                    <a:pt x="307519" y="44783"/>
                  </a:lnTo>
                  <a:lnTo>
                    <a:pt x="317910" y="37223"/>
                  </a:lnTo>
                  <a:lnTo>
                    <a:pt x="326775" y="27953"/>
                  </a:lnTo>
                  <a:lnTo>
                    <a:pt x="333873" y="17209"/>
                  </a:lnTo>
                  <a:lnTo>
                    <a:pt x="338963" y="5224"/>
                  </a:lnTo>
                  <a:lnTo>
                    <a:pt x="328326" y="10939"/>
                  </a:lnTo>
                  <a:lnTo>
                    <a:pt x="317180" y="15770"/>
                  </a:lnTo>
                  <a:lnTo>
                    <a:pt x="305572" y="19668"/>
                  </a:lnTo>
                  <a:lnTo>
                    <a:pt x="293551" y="22585"/>
                  </a:lnTo>
                  <a:lnTo>
                    <a:pt x="282783" y="13190"/>
                  </a:lnTo>
                  <a:lnTo>
                    <a:pt x="270270" y="6078"/>
                  </a:lnTo>
                  <a:lnTo>
                    <a:pt x="256346" y="1573"/>
                  </a:lnTo>
                  <a:lnTo>
                    <a:pt x="241343" y="0"/>
                  </a:lnTo>
                  <a:close/>
                </a:path>
              </a:pathLst>
            </a:custGeom>
            <a:solidFill>
              <a:srgbClr val="FFFFFF"/>
            </a:solidFill>
          </p:spPr>
          <p:txBody>
            <a:bodyPr wrap="square" lIns="0" tIns="0" rIns="0" bIns="0" rtlCol="0"/>
            <a:lstStyle/>
            <a:p>
              <a:endParaRPr sz="1092">
                <a:latin typeface="Arial" panose="020B0604020202020204" pitchFamily="34" charset="0"/>
              </a:endParaRPr>
            </a:p>
          </p:txBody>
        </p:sp>
      </p:grpSp>
      <p:grpSp>
        <p:nvGrpSpPr>
          <p:cNvPr id="5" name="Group 4" descr="Facebook">
            <a:extLst>
              <a:ext uri="{FF2B5EF4-FFF2-40B4-BE49-F238E27FC236}">
                <a16:creationId xmlns:a16="http://schemas.microsoft.com/office/drawing/2014/main" id="{19F97B20-7CB2-1218-C9FA-46C7F6AEAED7}"/>
              </a:ext>
            </a:extLst>
          </p:cNvPr>
          <p:cNvGrpSpPr/>
          <p:nvPr/>
        </p:nvGrpSpPr>
        <p:grpSpPr>
          <a:xfrm>
            <a:off x="10303978" y="2485302"/>
            <a:ext cx="381241" cy="381214"/>
            <a:chOff x="10158064" y="2485302"/>
            <a:chExt cx="381241" cy="381214"/>
          </a:xfrm>
        </p:grpSpPr>
        <p:sp>
          <p:nvSpPr>
            <p:cNvPr id="34" name="object 31">
              <a:extLst>
                <a:ext uri="{FF2B5EF4-FFF2-40B4-BE49-F238E27FC236}">
                  <a16:creationId xmlns:a16="http://schemas.microsoft.com/office/drawing/2014/main" id="{EDFB2FCC-166B-6748-86AB-0E8DCDD5D873}"/>
                </a:ext>
              </a:extLst>
            </p:cNvPr>
            <p:cNvSpPr/>
            <p:nvPr/>
          </p:nvSpPr>
          <p:spPr>
            <a:xfrm>
              <a:off x="10158064" y="2485302"/>
              <a:ext cx="381241" cy="381214"/>
            </a:xfrm>
            <a:custGeom>
              <a:avLst/>
              <a:gdLst/>
              <a:ahLst/>
              <a:cxnLst/>
              <a:rect l="l" t="t" r="r" b="b"/>
              <a:pathLst>
                <a:path w="628650" h="628650">
                  <a:moveTo>
                    <a:pt x="314126" y="0"/>
                  </a:moveTo>
                  <a:lnTo>
                    <a:pt x="267708" y="3405"/>
                  </a:lnTo>
                  <a:lnTo>
                    <a:pt x="223404" y="13299"/>
                  </a:lnTo>
                  <a:lnTo>
                    <a:pt x="181701" y="29194"/>
                  </a:lnTo>
                  <a:lnTo>
                    <a:pt x="143083" y="50606"/>
                  </a:lnTo>
                  <a:lnTo>
                    <a:pt x="108038" y="77048"/>
                  </a:lnTo>
                  <a:lnTo>
                    <a:pt x="77051" y="108034"/>
                  </a:lnTo>
                  <a:lnTo>
                    <a:pt x="50609" y="143079"/>
                  </a:lnTo>
                  <a:lnTo>
                    <a:pt x="29196" y="181696"/>
                  </a:lnTo>
                  <a:lnTo>
                    <a:pt x="13300" y="223400"/>
                  </a:lnTo>
                  <a:lnTo>
                    <a:pt x="3406" y="267706"/>
                  </a:lnTo>
                  <a:lnTo>
                    <a:pt x="0" y="314126"/>
                  </a:lnTo>
                  <a:lnTo>
                    <a:pt x="3406" y="360544"/>
                  </a:lnTo>
                  <a:lnTo>
                    <a:pt x="13300" y="404848"/>
                  </a:lnTo>
                  <a:lnTo>
                    <a:pt x="29196" y="446551"/>
                  </a:lnTo>
                  <a:lnTo>
                    <a:pt x="50609" y="485169"/>
                  </a:lnTo>
                  <a:lnTo>
                    <a:pt x="77051" y="520214"/>
                  </a:lnTo>
                  <a:lnTo>
                    <a:pt x="108038" y="551201"/>
                  </a:lnTo>
                  <a:lnTo>
                    <a:pt x="143083" y="577643"/>
                  </a:lnTo>
                  <a:lnTo>
                    <a:pt x="181701" y="599056"/>
                  </a:lnTo>
                  <a:lnTo>
                    <a:pt x="223404" y="614952"/>
                  </a:lnTo>
                  <a:lnTo>
                    <a:pt x="267708" y="624847"/>
                  </a:lnTo>
                  <a:lnTo>
                    <a:pt x="314126" y="628253"/>
                  </a:lnTo>
                  <a:lnTo>
                    <a:pt x="360544" y="624847"/>
                  </a:lnTo>
                  <a:lnTo>
                    <a:pt x="404848" y="614952"/>
                  </a:lnTo>
                  <a:lnTo>
                    <a:pt x="446551" y="599056"/>
                  </a:lnTo>
                  <a:lnTo>
                    <a:pt x="485169" y="577643"/>
                  </a:lnTo>
                  <a:lnTo>
                    <a:pt x="520214" y="551201"/>
                  </a:lnTo>
                  <a:lnTo>
                    <a:pt x="551201" y="520214"/>
                  </a:lnTo>
                  <a:lnTo>
                    <a:pt x="577643" y="485169"/>
                  </a:lnTo>
                  <a:lnTo>
                    <a:pt x="599056" y="446551"/>
                  </a:lnTo>
                  <a:lnTo>
                    <a:pt x="614952" y="404848"/>
                  </a:lnTo>
                  <a:lnTo>
                    <a:pt x="624847" y="360544"/>
                  </a:lnTo>
                  <a:lnTo>
                    <a:pt x="628253" y="314126"/>
                  </a:lnTo>
                  <a:lnTo>
                    <a:pt x="624847" y="267706"/>
                  </a:lnTo>
                  <a:lnTo>
                    <a:pt x="614952" y="223400"/>
                  </a:lnTo>
                  <a:lnTo>
                    <a:pt x="599056" y="181696"/>
                  </a:lnTo>
                  <a:lnTo>
                    <a:pt x="577643" y="143079"/>
                  </a:lnTo>
                  <a:lnTo>
                    <a:pt x="551201" y="108034"/>
                  </a:lnTo>
                  <a:lnTo>
                    <a:pt x="520214" y="77048"/>
                  </a:lnTo>
                  <a:lnTo>
                    <a:pt x="485169" y="50606"/>
                  </a:lnTo>
                  <a:lnTo>
                    <a:pt x="446551" y="29194"/>
                  </a:lnTo>
                  <a:lnTo>
                    <a:pt x="404848" y="13299"/>
                  </a:lnTo>
                  <a:lnTo>
                    <a:pt x="360544" y="3405"/>
                  </a:lnTo>
                  <a:lnTo>
                    <a:pt x="314126" y="0"/>
                  </a:lnTo>
                  <a:close/>
                </a:path>
              </a:pathLst>
            </a:custGeom>
            <a:solidFill>
              <a:srgbClr val="FF6012"/>
            </a:solidFill>
          </p:spPr>
          <p:txBody>
            <a:bodyPr wrap="square" lIns="0" tIns="0" rIns="0" bIns="0" rtlCol="0"/>
            <a:lstStyle/>
            <a:p>
              <a:endParaRPr sz="1092">
                <a:latin typeface="Arial" panose="020B0604020202020204" pitchFamily="34" charset="0"/>
              </a:endParaRPr>
            </a:p>
          </p:txBody>
        </p:sp>
        <p:sp>
          <p:nvSpPr>
            <p:cNvPr id="35" name="object 32">
              <a:extLst>
                <a:ext uri="{FF2B5EF4-FFF2-40B4-BE49-F238E27FC236}">
                  <a16:creationId xmlns:a16="http://schemas.microsoft.com/office/drawing/2014/main" id="{7FDAD6BE-D844-FC4E-A12D-39158B0503F0}"/>
                </a:ext>
              </a:extLst>
            </p:cNvPr>
            <p:cNvSpPr/>
            <p:nvPr/>
          </p:nvSpPr>
          <p:spPr>
            <a:xfrm>
              <a:off x="10289753" y="2558530"/>
              <a:ext cx="108596" cy="234889"/>
            </a:xfrm>
            <a:custGeom>
              <a:avLst/>
              <a:gdLst/>
              <a:ahLst/>
              <a:cxnLst/>
              <a:rect l="l" t="t" r="r" b="b"/>
              <a:pathLst>
                <a:path w="179069" h="387350">
                  <a:moveTo>
                    <a:pt x="178507" y="0"/>
                  </a:moveTo>
                  <a:lnTo>
                    <a:pt x="124582" y="0"/>
                  </a:lnTo>
                  <a:lnTo>
                    <a:pt x="87000" y="4751"/>
                  </a:lnTo>
                  <a:lnTo>
                    <a:pt x="60817" y="18869"/>
                  </a:lnTo>
                  <a:lnTo>
                    <a:pt x="45499" y="42146"/>
                  </a:lnTo>
                  <a:lnTo>
                    <a:pt x="40511" y="74374"/>
                  </a:lnTo>
                  <a:lnTo>
                    <a:pt x="40511" y="126435"/>
                  </a:lnTo>
                  <a:lnTo>
                    <a:pt x="0" y="126435"/>
                  </a:lnTo>
                  <a:lnTo>
                    <a:pt x="0" y="192538"/>
                  </a:lnTo>
                  <a:lnTo>
                    <a:pt x="40511" y="192538"/>
                  </a:lnTo>
                  <a:lnTo>
                    <a:pt x="40511" y="386731"/>
                  </a:lnTo>
                  <a:lnTo>
                    <a:pt x="118383" y="386731"/>
                  </a:lnTo>
                  <a:lnTo>
                    <a:pt x="118383" y="191732"/>
                  </a:lnTo>
                  <a:lnTo>
                    <a:pt x="172706" y="191732"/>
                  </a:lnTo>
                  <a:lnTo>
                    <a:pt x="178507" y="126435"/>
                  </a:lnTo>
                  <a:lnTo>
                    <a:pt x="118383" y="126435"/>
                  </a:lnTo>
                  <a:lnTo>
                    <a:pt x="118383" y="89243"/>
                  </a:lnTo>
                  <a:lnTo>
                    <a:pt x="119098" y="79394"/>
                  </a:lnTo>
                  <a:lnTo>
                    <a:pt x="121788" y="72733"/>
                  </a:lnTo>
                  <a:lnTo>
                    <a:pt x="127267" y="68958"/>
                  </a:lnTo>
                  <a:lnTo>
                    <a:pt x="136351" y="67767"/>
                  </a:lnTo>
                  <a:lnTo>
                    <a:pt x="178507" y="67767"/>
                  </a:lnTo>
                  <a:lnTo>
                    <a:pt x="178507" y="0"/>
                  </a:lnTo>
                  <a:close/>
                </a:path>
              </a:pathLst>
            </a:custGeom>
            <a:solidFill>
              <a:srgbClr val="FFFFFF"/>
            </a:solidFill>
          </p:spPr>
          <p:txBody>
            <a:bodyPr wrap="square" lIns="0" tIns="0" rIns="0" bIns="0" rtlCol="0"/>
            <a:lstStyle/>
            <a:p>
              <a:endParaRPr sz="1092">
                <a:latin typeface="Arial" panose="020B0604020202020204" pitchFamily="34" charset="0"/>
              </a:endParaRPr>
            </a:p>
          </p:txBody>
        </p:sp>
      </p:grpSp>
      <p:grpSp>
        <p:nvGrpSpPr>
          <p:cNvPr id="3" name="Group 2" descr="Instagram">
            <a:extLst>
              <a:ext uri="{FF2B5EF4-FFF2-40B4-BE49-F238E27FC236}">
                <a16:creationId xmlns:a16="http://schemas.microsoft.com/office/drawing/2014/main" id="{E25C7AC7-FFE5-0759-FE73-21D3EEEBD814}"/>
              </a:ext>
            </a:extLst>
          </p:cNvPr>
          <p:cNvGrpSpPr/>
          <p:nvPr/>
        </p:nvGrpSpPr>
        <p:grpSpPr>
          <a:xfrm>
            <a:off x="10871515" y="2485302"/>
            <a:ext cx="381241" cy="381214"/>
            <a:chOff x="10725601" y="2485302"/>
            <a:chExt cx="381241" cy="381214"/>
          </a:xfrm>
        </p:grpSpPr>
        <p:sp>
          <p:nvSpPr>
            <p:cNvPr id="37" name="object 34">
              <a:extLst>
                <a:ext uri="{FF2B5EF4-FFF2-40B4-BE49-F238E27FC236}">
                  <a16:creationId xmlns:a16="http://schemas.microsoft.com/office/drawing/2014/main" id="{5A1EF17E-6A9F-214C-872E-1E3C176ADFD3}"/>
                </a:ext>
              </a:extLst>
            </p:cNvPr>
            <p:cNvSpPr/>
            <p:nvPr/>
          </p:nvSpPr>
          <p:spPr>
            <a:xfrm>
              <a:off x="10725601" y="2485302"/>
              <a:ext cx="381241" cy="381214"/>
            </a:xfrm>
            <a:custGeom>
              <a:avLst/>
              <a:gdLst/>
              <a:ahLst/>
              <a:cxnLst/>
              <a:rect l="l" t="t" r="r" b="b"/>
              <a:pathLst>
                <a:path w="628650" h="628650">
                  <a:moveTo>
                    <a:pt x="314126" y="0"/>
                  </a:moveTo>
                  <a:lnTo>
                    <a:pt x="267708" y="3406"/>
                  </a:lnTo>
                  <a:lnTo>
                    <a:pt x="223404" y="13300"/>
                  </a:lnTo>
                  <a:lnTo>
                    <a:pt x="181701" y="29196"/>
                  </a:lnTo>
                  <a:lnTo>
                    <a:pt x="143083" y="50609"/>
                  </a:lnTo>
                  <a:lnTo>
                    <a:pt x="108038" y="77051"/>
                  </a:lnTo>
                  <a:lnTo>
                    <a:pt x="77051" y="108038"/>
                  </a:lnTo>
                  <a:lnTo>
                    <a:pt x="50609" y="143083"/>
                  </a:lnTo>
                  <a:lnTo>
                    <a:pt x="29196" y="181701"/>
                  </a:lnTo>
                  <a:lnTo>
                    <a:pt x="13300" y="223404"/>
                  </a:lnTo>
                  <a:lnTo>
                    <a:pt x="3406" y="267708"/>
                  </a:lnTo>
                  <a:lnTo>
                    <a:pt x="0" y="314126"/>
                  </a:lnTo>
                  <a:lnTo>
                    <a:pt x="3406" y="360544"/>
                  </a:lnTo>
                  <a:lnTo>
                    <a:pt x="13300" y="404848"/>
                  </a:lnTo>
                  <a:lnTo>
                    <a:pt x="29196" y="446551"/>
                  </a:lnTo>
                  <a:lnTo>
                    <a:pt x="50609" y="485169"/>
                  </a:lnTo>
                  <a:lnTo>
                    <a:pt x="77051" y="520214"/>
                  </a:lnTo>
                  <a:lnTo>
                    <a:pt x="108038" y="551201"/>
                  </a:lnTo>
                  <a:lnTo>
                    <a:pt x="143083" y="577643"/>
                  </a:lnTo>
                  <a:lnTo>
                    <a:pt x="181701" y="599056"/>
                  </a:lnTo>
                  <a:lnTo>
                    <a:pt x="223404" y="614952"/>
                  </a:lnTo>
                  <a:lnTo>
                    <a:pt x="267708" y="624847"/>
                  </a:lnTo>
                  <a:lnTo>
                    <a:pt x="314126" y="628253"/>
                  </a:lnTo>
                  <a:lnTo>
                    <a:pt x="360544" y="624847"/>
                  </a:lnTo>
                  <a:lnTo>
                    <a:pt x="404848" y="614952"/>
                  </a:lnTo>
                  <a:lnTo>
                    <a:pt x="446551" y="599056"/>
                  </a:lnTo>
                  <a:lnTo>
                    <a:pt x="485169" y="577643"/>
                  </a:lnTo>
                  <a:lnTo>
                    <a:pt x="520214" y="551201"/>
                  </a:lnTo>
                  <a:lnTo>
                    <a:pt x="551201" y="520214"/>
                  </a:lnTo>
                  <a:lnTo>
                    <a:pt x="577643" y="485169"/>
                  </a:lnTo>
                  <a:lnTo>
                    <a:pt x="599056" y="446551"/>
                  </a:lnTo>
                  <a:lnTo>
                    <a:pt x="614952" y="404848"/>
                  </a:lnTo>
                  <a:lnTo>
                    <a:pt x="624847" y="360544"/>
                  </a:lnTo>
                  <a:lnTo>
                    <a:pt x="628253" y="314126"/>
                  </a:lnTo>
                  <a:lnTo>
                    <a:pt x="624847" y="267708"/>
                  </a:lnTo>
                  <a:lnTo>
                    <a:pt x="614952" y="223404"/>
                  </a:lnTo>
                  <a:lnTo>
                    <a:pt x="599056" y="181701"/>
                  </a:lnTo>
                  <a:lnTo>
                    <a:pt x="577643" y="143083"/>
                  </a:lnTo>
                  <a:lnTo>
                    <a:pt x="551201" y="108038"/>
                  </a:lnTo>
                  <a:lnTo>
                    <a:pt x="520214" y="77051"/>
                  </a:lnTo>
                  <a:lnTo>
                    <a:pt x="485169" y="50609"/>
                  </a:lnTo>
                  <a:lnTo>
                    <a:pt x="446551" y="29196"/>
                  </a:lnTo>
                  <a:lnTo>
                    <a:pt x="404848" y="13300"/>
                  </a:lnTo>
                  <a:lnTo>
                    <a:pt x="360544" y="3406"/>
                  </a:lnTo>
                  <a:lnTo>
                    <a:pt x="314126" y="0"/>
                  </a:lnTo>
                  <a:close/>
                </a:path>
              </a:pathLst>
            </a:custGeom>
            <a:solidFill>
              <a:srgbClr val="FF6012"/>
            </a:solidFill>
          </p:spPr>
          <p:txBody>
            <a:bodyPr wrap="square" lIns="0" tIns="0" rIns="0" bIns="0" rtlCol="0"/>
            <a:lstStyle/>
            <a:p>
              <a:endParaRPr sz="1092">
                <a:latin typeface="Arial" panose="020B0604020202020204" pitchFamily="34" charset="0"/>
              </a:endParaRPr>
            </a:p>
          </p:txBody>
        </p:sp>
        <p:sp>
          <p:nvSpPr>
            <p:cNvPr id="38" name="object 35">
              <a:extLst>
                <a:ext uri="{FF2B5EF4-FFF2-40B4-BE49-F238E27FC236}">
                  <a16:creationId xmlns:a16="http://schemas.microsoft.com/office/drawing/2014/main" id="{FFD024CC-7C64-314D-9D18-A7F7C70EC310}"/>
                </a:ext>
              </a:extLst>
            </p:cNvPr>
            <p:cNvSpPr/>
            <p:nvPr/>
          </p:nvSpPr>
          <p:spPr>
            <a:xfrm>
              <a:off x="10808643" y="2568311"/>
              <a:ext cx="215266" cy="215251"/>
            </a:xfrm>
            <a:custGeom>
              <a:avLst/>
              <a:gdLst/>
              <a:ahLst/>
              <a:cxnLst/>
              <a:rect l="l" t="t" r="r" b="b"/>
              <a:pathLst>
                <a:path w="354965" h="354965">
                  <a:moveTo>
                    <a:pt x="177194" y="0"/>
                  </a:moveTo>
                  <a:lnTo>
                    <a:pt x="129693" y="212"/>
                  </a:lnTo>
                  <a:lnTo>
                    <a:pt x="91025" y="2102"/>
                  </a:lnTo>
                  <a:lnTo>
                    <a:pt x="52657" y="13023"/>
                  </a:lnTo>
                  <a:lnTo>
                    <a:pt x="22968" y="37200"/>
                  </a:lnTo>
                  <a:lnTo>
                    <a:pt x="3818" y="79805"/>
                  </a:lnTo>
                  <a:lnTo>
                    <a:pt x="165" y="129743"/>
                  </a:lnTo>
                  <a:lnTo>
                    <a:pt x="0" y="148174"/>
                  </a:lnTo>
                  <a:lnTo>
                    <a:pt x="0" y="206307"/>
                  </a:lnTo>
                  <a:lnTo>
                    <a:pt x="1021" y="250316"/>
                  </a:lnTo>
                  <a:lnTo>
                    <a:pt x="9262" y="293341"/>
                  </a:lnTo>
                  <a:lnTo>
                    <a:pt x="37124" y="331448"/>
                  </a:lnTo>
                  <a:lnTo>
                    <a:pt x="79762" y="350617"/>
                  </a:lnTo>
                  <a:lnTo>
                    <a:pt x="129693" y="354273"/>
                  </a:lnTo>
                  <a:lnTo>
                    <a:pt x="177194" y="354481"/>
                  </a:lnTo>
                  <a:lnTo>
                    <a:pt x="224699" y="354273"/>
                  </a:lnTo>
                  <a:lnTo>
                    <a:pt x="263367" y="352380"/>
                  </a:lnTo>
                  <a:lnTo>
                    <a:pt x="301733" y="341460"/>
                  </a:lnTo>
                  <a:lnTo>
                    <a:pt x="326666" y="322545"/>
                  </a:lnTo>
                  <a:lnTo>
                    <a:pt x="177194" y="322545"/>
                  </a:lnTo>
                  <a:lnTo>
                    <a:pt x="130640" y="322350"/>
                  </a:lnTo>
                  <a:lnTo>
                    <a:pt x="84981" y="319079"/>
                  </a:lnTo>
                  <a:lnTo>
                    <a:pt x="46088" y="295949"/>
                  </a:lnTo>
                  <a:lnTo>
                    <a:pt x="32926" y="248861"/>
                  </a:lnTo>
                  <a:lnTo>
                    <a:pt x="31937" y="206307"/>
                  </a:lnTo>
                  <a:lnTo>
                    <a:pt x="31937" y="148174"/>
                  </a:lnTo>
                  <a:lnTo>
                    <a:pt x="32090" y="130691"/>
                  </a:lnTo>
                  <a:lnTo>
                    <a:pt x="35362" y="85024"/>
                  </a:lnTo>
                  <a:lnTo>
                    <a:pt x="58486" y="46124"/>
                  </a:lnTo>
                  <a:lnTo>
                    <a:pt x="105573" y="32962"/>
                  </a:lnTo>
                  <a:lnTo>
                    <a:pt x="326666" y="31936"/>
                  </a:lnTo>
                  <a:lnTo>
                    <a:pt x="324687" y="29747"/>
                  </a:lnTo>
                  <a:lnTo>
                    <a:pt x="284468" y="6295"/>
                  </a:lnTo>
                  <a:lnTo>
                    <a:pt x="237649" y="538"/>
                  </a:lnTo>
                  <a:lnTo>
                    <a:pt x="224699" y="212"/>
                  </a:lnTo>
                  <a:lnTo>
                    <a:pt x="177194" y="0"/>
                  </a:lnTo>
                  <a:close/>
                </a:path>
                <a:path w="354965" h="354965">
                  <a:moveTo>
                    <a:pt x="326666" y="31936"/>
                  </a:moveTo>
                  <a:lnTo>
                    <a:pt x="177194" y="31936"/>
                  </a:lnTo>
                  <a:lnTo>
                    <a:pt x="223748" y="32127"/>
                  </a:lnTo>
                  <a:lnTo>
                    <a:pt x="236399" y="32439"/>
                  </a:lnTo>
                  <a:lnTo>
                    <a:pt x="276380" y="37200"/>
                  </a:lnTo>
                  <a:lnTo>
                    <a:pt x="308310" y="58532"/>
                  </a:lnTo>
                  <a:lnTo>
                    <a:pt x="321462" y="105619"/>
                  </a:lnTo>
                  <a:lnTo>
                    <a:pt x="322453" y="148174"/>
                  </a:lnTo>
                  <a:lnTo>
                    <a:pt x="322453" y="206307"/>
                  </a:lnTo>
                  <a:lnTo>
                    <a:pt x="321462" y="248861"/>
                  </a:lnTo>
                  <a:lnTo>
                    <a:pt x="312153" y="290043"/>
                  </a:lnTo>
                  <a:lnTo>
                    <a:pt x="281725" y="315414"/>
                  </a:lnTo>
                  <a:lnTo>
                    <a:pt x="236401" y="322037"/>
                  </a:lnTo>
                  <a:lnTo>
                    <a:pt x="177194" y="322545"/>
                  </a:lnTo>
                  <a:lnTo>
                    <a:pt x="326666" y="322545"/>
                  </a:lnTo>
                  <a:lnTo>
                    <a:pt x="348148" y="284515"/>
                  </a:lnTo>
                  <a:lnTo>
                    <a:pt x="353896" y="237694"/>
                  </a:lnTo>
                  <a:lnTo>
                    <a:pt x="354389" y="206307"/>
                  </a:lnTo>
                  <a:lnTo>
                    <a:pt x="354389" y="148174"/>
                  </a:lnTo>
                  <a:lnTo>
                    <a:pt x="353367" y="104164"/>
                  </a:lnTo>
                  <a:lnTo>
                    <a:pt x="345137" y="61139"/>
                  </a:lnTo>
                  <a:lnTo>
                    <a:pt x="331401" y="37172"/>
                  </a:lnTo>
                  <a:lnTo>
                    <a:pt x="326666" y="31936"/>
                  </a:lnTo>
                  <a:close/>
                </a:path>
              </a:pathLst>
            </a:custGeom>
            <a:solidFill>
              <a:srgbClr val="FFFFFF"/>
            </a:solidFill>
          </p:spPr>
          <p:txBody>
            <a:bodyPr wrap="square" lIns="0" tIns="0" rIns="0" bIns="0" rtlCol="0"/>
            <a:lstStyle/>
            <a:p>
              <a:endParaRPr sz="1092">
                <a:latin typeface="Arial" panose="020B0604020202020204" pitchFamily="34" charset="0"/>
              </a:endParaRPr>
            </a:p>
          </p:txBody>
        </p:sp>
        <p:pic>
          <p:nvPicPr>
            <p:cNvPr id="39" name="object 36">
              <a:extLst>
                <a:ext uri="{FF2B5EF4-FFF2-40B4-BE49-F238E27FC236}">
                  <a16:creationId xmlns:a16="http://schemas.microsoft.com/office/drawing/2014/main" id="{CD5E6E16-C166-6448-9F90-7887551816D5}"/>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10860907" y="2605517"/>
              <a:ext cx="125472" cy="125465"/>
            </a:xfrm>
            <a:prstGeom prst="rect">
              <a:avLst/>
            </a:prstGeom>
          </p:spPr>
        </p:pic>
      </p:grpSp>
      <p:pic>
        <p:nvPicPr>
          <p:cNvPr id="42" name="logo">
            <a:extLst>
              <a:ext uri="{FF2B5EF4-FFF2-40B4-BE49-F238E27FC236}">
                <a16:creationId xmlns:a16="http://schemas.microsoft.com/office/drawing/2014/main" id="{6C537DB6-EBDE-262B-B5F1-F913CC06C273}"/>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bwMode="black">
          <a:xfrm>
            <a:off x="819698" y="5802749"/>
            <a:ext cx="3541241" cy="690973"/>
          </a:xfrm>
          <a:prstGeom prst="rect">
            <a:avLst/>
          </a:prstGeom>
        </p:spPr>
      </p:pic>
      <p:pic>
        <p:nvPicPr>
          <p:cNvPr id="10" name="Picture 9">
            <a:extLst>
              <a:ext uri="{FF2B5EF4-FFF2-40B4-BE49-F238E27FC236}">
                <a16:creationId xmlns:a16="http://schemas.microsoft.com/office/drawing/2014/main" id="{04008AA8-9798-9988-F261-B93ACD05D535}"/>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0116333" y="671688"/>
            <a:ext cx="808988" cy="694303"/>
          </a:xfrm>
          <a:prstGeom prst="rect">
            <a:avLst/>
          </a:prstGeom>
        </p:spPr>
      </p:pic>
      <p:sp>
        <p:nvSpPr>
          <p:cNvPr id="7" name="Footer Placeholder 3">
            <a:extLst>
              <a:ext uri="{FF2B5EF4-FFF2-40B4-BE49-F238E27FC236}">
                <a16:creationId xmlns:a16="http://schemas.microsoft.com/office/drawing/2014/main" id="{CFBE6D72-A1AF-7979-A977-9C0916B526DF}"/>
              </a:ext>
            </a:extLst>
          </p:cNvPr>
          <p:cNvSpPr txBox="1">
            <a:spLocks/>
          </p:cNvSpPr>
          <p:nvPr/>
        </p:nvSpPr>
        <p:spPr>
          <a:xfrm>
            <a:off x="10049522" y="6386296"/>
            <a:ext cx="1447060" cy="365125"/>
          </a:xfrm>
          <a:prstGeom prst="rect">
            <a:avLst/>
          </a:prstGeom>
        </p:spPr>
        <p:txBody>
          <a:bodyPr vert="horz" lIns="91440" tIns="45720" rIns="91440" bIns="45720" rtlCol="0" anchor="t"/>
          <a:lstStyle>
            <a:defPPr>
              <a:defRPr lang="en-US"/>
            </a:defPPr>
            <a:lvl1pPr marL="0" algn="r" defTabSz="914400" rtl="0" eaLnBrk="1" latinLnBrk="0" hangingPunct="1">
              <a:defRPr sz="8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000000"/>
                </a:solidFill>
                <a:effectLst/>
                <a:uLnTx/>
                <a:uFillTx/>
                <a:latin typeface="Arial" panose="020B0604020202020204"/>
                <a:ea typeface="+mn-ea"/>
                <a:cs typeface="+mn-cs"/>
              </a:rPr>
              <a:t>GF Confidential</a:t>
            </a:r>
          </a:p>
        </p:txBody>
      </p:sp>
    </p:spTree>
    <p:extLst>
      <p:ext uri="{BB962C8B-B14F-4D97-AF65-F5344CB8AC3E}">
        <p14:creationId xmlns:p14="http://schemas.microsoft.com/office/powerpoint/2010/main" val="17722240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Documentation">
    <p:spTree>
      <p:nvGrpSpPr>
        <p:cNvPr id="1" name="Shape 21"/>
        <p:cNvGrpSpPr/>
        <p:nvPr/>
      </p:nvGrpSpPr>
      <p:grpSpPr>
        <a:xfrm>
          <a:off x="0" y="0"/>
          <a:ext cx="0" cy="0"/>
          <a:chOff x="0" y="0"/>
          <a:chExt cx="0" cy="0"/>
        </a:xfrm>
      </p:grpSpPr>
      <p:sp>
        <p:nvSpPr>
          <p:cNvPr id="5" name="Title 4">
            <a:extLst>
              <a:ext uri="{FF2B5EF4-FFF2-40B4-BE49-F238E27FC236}">
                <a16:creationId xmlns:a16="http://schemas.microsoft.com/office/drawing/2014/main" id="{D1F7FE78-3809-84B7-2D03-04DE4C9C4498}"/>
              </a:ext>
            </a:extLst>
          </p:cNvPr>
          <p:cNvSpPr>
            <a:spLocks noGrp="1"/>
          </p:cNvSpPr>
          <p:nvPr>
            <p:ph type="title"/>
          </p:nvPr>
        </p:nvSpPr>
        <p:spPr>
          <a:xfrm>
            <a:off x="378673" y="331373"/>
            <a:ext cx="3258455" cy="774096"/>
          </a:xfrm>
        </p:spPr>
        <p:txBody>
          <a:bodyPr/>
          <a:lstStyle>
            <a:lvl1pPr>
              <a:defRPr sz="2400"/>
            </a:lvl1pPr>
          </a:lstStyle>
          <a:p>
            <a:r>
              <a:rPr lang="en-US"/>
              <a:t>Click to edit Master title style</a:t>
            </a:r>
            <a:endParaRPr/>
          </a:p>
        </p:txBody>
      </p:sp>
      <p:sp>
        <p:nvSpPr>
          <p:cNvPr id="10" name="Text Placeholder 20">
            <a:extLst>
              <a:ext uri="{FF2B5EF4-FFF2-40B4-BE49-F238E27FC236}">
                <a16:creationId xmlns:a16="http://schemas.microsoft.com/office/drawing/2014/main" id="{E2F7106C-074D-447B-B1C5-E0124F63FA67}"/>
              </a:ext>
            </a:extLst>
          </p:cNvPr>
          <p:cNvSpPr>
            <a:spLocks noGrp="1"/>
          </p:cNvSpPr>
          <p:nvPr>
            <p:ph type="body" sz="quarter" idx="16" hasCustomPrompt="1"/>
          </p:nvPr>
        </p:nvSpPr>
        <p:spPr>
          <a:xfrm>
            <a:off x="378673" y="1105469"/>
            <a:ext cx="3258455" cy="5204803"/>
          </a:xfrm>
          <a:prstGeom prst="rect">
            <a:avLst/>
          </a:prstGeom>
        </p:spPr>
        <p:txBody>
          <a:bodyPr vert="horz" wrap="square" lIns="0" tIns="0" rIns="0" bIns="0" anchor="t" anchorCtr="0">
            <a:noAutofit/>
          </a:bodyPr>
          <a:lstStyle>
            <a:lvl1pPr marL="0" indent="0">
              <a:lnSpc>
                <a:spcPct val="100000"/>
              </a:lnSpc>
              <a:spcBef>
                <a:spcPts val="1200"/>
              </a:spcBef>
              <a:buFont typeface="Arial" panose="020B0604020202020204" pitchFamily="34" charset="0"/>
              <a:buChar char="​"/>
              <a:defRPr sz="1200" baseline="0">
                <a:latin typeface="+mn-lt"/>
              </a:defRPr>
            </a:lvl1pPr>
            <a:lvl2pPr marL="228600" indent="-114300">
              <a:spcBef>
                <a:spcPts val="900"/>
              </a:spcBef>
              <a:defRPr sz="1100">
                <a:latin typeface="+mn-lt"/>
              </a:defRPr>
            </a:lvl2pPr>
            <a:lvl3pPr marL="514350" indent="-128588">
              <a:defRPr sz="1100">
                <a:latin typeface="+mn-lt"/>
              </a:defRPr>
            </a:lvl3pPr>
            <a:lvl4pPr marL="514350" indent="-128588">
              <a:defRPr sz="1100">
                <a:latin typeface="+mn-lt"/>
              </a:defRPr>
            </a:lvl4pPr>
            <a:lvl5pPr marL="514350" indent="-128588">
              <a:defRPr sz="1050">
                <a:latin typeface="+mn-lt"/>
              </a:defRPr>
            </a:lvl5pPr>
            <a:lvl6pPr marL="514350" indent="-128588">
              <a:defRPr sz="1100">
                <a:latin typeface="+mn-lt"/>
              </a:defRPr>
            </a:lvl6pPr>
            <a:lvl7pPr marL="514350" indent="-128588">
              <a:defRPr sz="1100">
                <a:latin typeface="+mn-lt"/>
              </a:defRPr>
            </a:lvl7pPr>
            <a:lvl8pPr marL="514350" indent="-128588">
              <a:defRPr sz="1100">
                <a:latin typeface="+mn-lt"/>
              </a:defRPr>
            </a:lvl8pPr>
            <a:lvl9pPr marL="514350" indent="-128588">
              <a:defRPr sz="1100">
                <a:latin typeface="+mn-lt"/>
              </a:defRPr>
            </a:lvl9pPr>
          </a:lstStyle>
          <a:p>
            <a:pPr lvl="0"/>
            <a:r>
              <a:t>Click to add text</a:t>
            </a:r>
          </a:p>
          <a:p>
            <a:pPr lvl="1"/>
            <a:r>
              <a:t>Second level</a:t>
            </a:r>
          </a:p>
          <a:p>
            <a:pPr lvl="2"/>
            <a:r>
              <a:t>Third level</a:t>
            </a:r>
          </a:p>
        </p:txBody>
      </p:sp>
      <p:sp>
        <p:nvSpPr>
          <p:cNvPr id="11" name="Text Placeholder 2">
            <a:extLst>
              <a:ext uri="{FF2B5EF4-FFF2-40B4-BE49-F238E27FC236}">
                <a16:creationId xmlns:a16="http://schemas.microsoft.com/office/drawing/2014/main" id="{43DF01D0-060F-4783-819D-333BDC204DBA}"/>
              </a:ext>
            </a:extLst>
          </p:cNvPr>
          <p:cNvSpPr>
            <a:spLocks noGrp="1"/>
          </p:cNvSpPr>
          <p:nvPr>
            <p:ph type="body" sz="quarter" idx="27" hasCustomPrompt="1"/>
          </p:nvPr>
        </p:nvSpPr>
        <p:spPr>
          <a:xfrm>
            <a:off x="4089401" y="331374"/>
            <a:ext cx="7442958" cy="5978900"/>
          </a:xfrm>
          <a:prstGeom prst="rect">
            <a:avLst/>
          </a:prstGeom>
        </p:spPr>
        <p:txBody>
          <a:bodyPr vert="horz" tIns="0">
            <a:noAutofit/>
          </a:bodyPr>
          <a:lstStyle>
            <a:lvl1pPr marL="0" indent="0">
              <a:lnSpc>
                <a:spcPct val="100000"/>
              </a:lnSpc>
              <a:spcBef>
                <a:spcPts val="1800"/>
              </a:spcBef>
              <a:buClr>
                <a:schemeClr val="accent5"/>
              </a:buClr>
              <a:buSzPct val="135000"/>
              <a:buFont typeface="Arial" panose="020B0604020202020204" pitchFamily="34" charset="0"/>
              <a:buChar char="​"/>
              <a:defRPr sz="2000">
                <a:latin typeface="+mn-lt"/>
              </a:defRPr>
            </a:lvl1pPr>
            <a:lvl2pPr marL="560070" indent="-285750">
              <a:lnSpc>
                <a:spcPct val="100000"/>
              </a:lnSpc>
              <a:buClr>
                <a:schemeClr val="accent1"/>
              </a:buClr>
              <a:buSzPct val="100000"/>
              <a:buFont typeface="Arial" panose="020B0604020202020204" pitchFamily="34" charset="0"/>
              <a:buChar char="•"/>
              <a:defRPr sz="1800">
                <a:latin typeface="+mn-lt"/>
              </a:defRPr>
            </a:lvl2pPr>
            <a:lvl3pPr marL="843534" indent="-285750">
              <a:lnSpc>
                <a:spcPct val="100000"/>
              </a:lnSpc>
              <a:buClr>
                <a:schemeClr val="accent1"/>
              </a:buClr>
              <a:buSzPct val="100000"/>
              <a:buFont typeface="Arial" panose="020B0604020202020204" pitchFamily="34" charset="0"/>
              <a:buChar char="•"/>
              <a:defRPr sz="1600">
                <a:latin typeface="+mn-lt"/>
              </a:defRPr>
            </a:lvl3pPr>
            <a:lvl4pPr marL="731520" indent="-173736">
              <a:lnSpc>
                <a:spcPct val="100000"/>
              </a:lnSpc>
              <a:buClr>
                <a:schemeClr val="accent2"/>
              </a:buClr>
              <a:buSzPct val="100000"/>
              <a:buFont typeface="Arial" panose="020B0604020202020204" pitchFamily="34" charset="0"/>
              <a:buChar char="•"/>
              <a:defRPr sz="1600">
                <a:latin typeface="+mn-lt"/>
              </a:defRPr>
            </a:lvl4pPr>
            <a:lvl5pPr marL="731520" indent="-173736">
              <a:lnSpc>
                <a:spcPct val="100000"/>
              </a:lnSpc>
              <a:buClr>
                <a:schemeClr val="accent2"/>
              </a:buClr>
              <a:buSzPct val="100000"/>
              <a:buFont typeface="Arial" panose="020B0604020202020204" pitchFamily="34" charset="0"/>
              <a:buChar char="•"/>
              <a:defRPr sz="1600">
                <a:latin typeface="+mn-lt"/>
              </a:defRPr>
            </a:lvl5pPr>
            <a:lvl6pPr marL="731520" indent="-173736">
              <a:lnSpc>
                <a:spcPct val="100000"/>
              </a:lnSpc>
              <a:buClr>
                <a:schemeClr val="accent2"/>
              </a:buClr>
              <a:buSzPct val="100000"/>
              <a:defRPr sz="1600">
                <a:latin typeface="+mn-lt"/>
              </a:defRPr>
            </a:lvl6pPr>
            <a:lvl7pPr marL="731520" indent="-173736">
              <a:lnSpc>
                <a:spcPct val="100000"/>
              </a:lnSpc>
              <a:buClr>
                <a:schemeClr val="accent2"/>
              </a:buClr>
              <a:buSzPct val="100000"/>
              <a:defRPr sz="1600">
                <a:latin typeface="+mn-lt"/>
              </a:defRPr>
            </a:lvl7pPr>
            <a:lvl8pPr marL="731520" indent="-173736">
              <a:lnSpc>
                <a:spcPct val="100000"/>
              </a:lnSpc>
              <a:buClr>
                <a:schemeClr val="accent2"/>
              </a:buClr>
              <a:buSzPct val="100000"/>
              <a:defRPr sz="1600">
                <a:latin typeface="+mn-lt"/>
              </a:defRPr>
            </a:lvl8pPr>
            <a:lvl9pPr marL="731520" indent="-173736">
              <a:lnSpc>
                <a:spcPct val="100000"/>
              </a:lnSpc>
              <a:buClr>
                <a:schemeClr val="accent2"/>
              </a:buClr>
              <a:buSzPct val="100000"/>
              <a:defRPr sz="1600">
                <a:latin typeface="+mn-lt"/>
              </a:defRPr>
            </a:lvl9pPr>
          </a:lstStyle>
          <a:p>
            <a:pPr lvl="0"/>
            <a:r>
              <a:rPr dirty="0"/>
              <a:t>Click to edit master text styles</a:t>
            </a:r>
          </a:p>
          <a:p>
            <a:pPr lvl="1"/>
            <a:r>
              <a:rPr dirty="0"/>
              <a:t>Second level</a:t>
            </a:r>
          </a:p>
          <a:p>
            <a:pPr lvl="2"/>
            <a:r>
              <a:rPr dirty="0"/>
              <a:t>Third level</a:t>
            </a:r>
          </a:p>
        </p:txBody>
      </p:sp>
      <p:sp>
        <p:nvSpPr>
          <p:cNvPr id="8" name="Slide Number Placeholder 7">
            <a:extLst>
              <a:ext uri="{FF2B5EF4-FFF2-40B4-BE49-F238E27FC236}">
                <a16:creationId xmlns:a16="http://schemas.microsoft.com/office/drawing/2014/main" id="{1484546C-A8A6-AFCC-F7A0-EDBCA1CE1CE7}"/>
              </a:ext>
            </a:extLst>
          </p:cNvPr>
          <p:cNvSpPr>
            <a:spLocks noGrp="1"/>
          </p:cNvSpPr>
          <p:nvPr>
            <p:ph type="sldNum" sz="quarter" idx="30"/>
          </p:nvPr>
        </p:nvSpPr>
        <p:spPr/>
        <p:txBody>
          <a:bodyPr/>
          <a:lstStyle/>
          <a:p>
            <a:fld id="{A3E11DDA-83B4-4A53-8CAA-D5B2A53562D2}" type="slidenum">
              <a:rPr lang="en-SG" smtClean="0"/>
              <a:t>‹#›</a:t>
            </a:fld>
            <a:endParaRPr lang="en-SG"/>
          </a:p>
        </p:txBody>
      </p:sp>
      <p:sp>
        <p:nvSpPr>
          <p:cNvPr id="2" name="Footer Placeholder 3">
            <a:extLst>
              <a:ext uri="{FF2B5EF4-FFF2-40B4-BE49-F238E27FC236}">
                <a16:creationId xmlns:a16="http://schemas.microsoft.com/office/drawing/2014/main" id="{78F3C27D-E045-ACB2-9C85-DDA86132C1AF}"/>
              </a:ext>
            </a:extLst>
          </p:cNvPr>
          <p:cNvSpPr txBox="1">
            <a:spLocks/>
          </p:cNvSpPr>
          <p:nvPr/>
        </p:nvSpPr>
        <p:spPr>
          <a:xfrm>
            <a:off x="10049522" y="6386296"/>
            <a:ext cx="1447060" cy="365125"/>
          </a:xfrm>
          <a:prstGeom prst="rect">
            <a:avLst/>
          </a:prstGeom>
        </p:spPr>
        <p:txBody>
          <a:bodyPr vert="horz" lIns="91440" tIns="45720" rIns="91440" bIns="45720" rtlCol="0" anchor="t"/>
          <a:lstStyle>
            <a:defPPr>
              <a:defRPr lang="en-US"/>
            </a:defPPr>
            <a:lvl1pPr marL="0" algn="r" defTabSz="914400" rtl="0" eaLnBrk="1" latinLnBrk="0" hangingPunct="1">
              <a:defRPr sz="8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000000"/>
                </a:solidFill>
                <a:effectLst/>
                <a:uLnTx/>
                <a:uFillTx/>
                <a:latin typeface="Arial" panose="020B0604020202020204"/>
                <a:ea typeface="+mn-ea"/>
                <a:cs typeface="+mn-cs"/>
              </a:rPr>
              <a:t>GF Confidential</a:t>
            </a:r>
          </a:p>
        </p:txBody>
      </p:sp>
    </p:spTree>
    <p:extLst>
      <p:ext uri="{BB962C8B-B14F-4D97-AF65-F5344CB8AC3E}">
        <p14:creationId xmlns:p14="http://schemas.microsoft.com/office/powerpoint/2010/main" val="3828922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Layout Endpoint">
    <p:bg>
      <p:bgRef idx="1001">
        <a:schemeClr val="bg2"/>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9C77F8-F727-D8AE-6403-8598D03C51BE}"/>
              </a:ext>
            </a:extLst>
          </p:cNvPr>
          <p:cNvSpPr txBox="1"/>
          <p:nvPr/>
        </p:nvSpPr>
        <p:spPr>
          <a:xfrm>
            <a:off x="773430" y="674400"/>
            <a:ext cx="10645140" cy="5509200"/>
          </a:xfrm>
          <a:prstGeom prst="rect">
            <a:avLst/>
          </a:prstGeom>
          <a:noFill/>
        </p:spPr>
        <p:txBody>
          <a:bodyPr wrap="square" rtlCol="0">
            <a:spAutoFit/>
          </a:bodyPr>
          <a:lstStyle/>
          <a:p>
            <a:pPr algn="ctr"/>
            <a:r>
              <a:rPr lang="en-US" sz="8800" dirty="0">
                <a:solidFill>
                  <a:schemeClr val="bg1"/>
                </a:solidFill>
              </a:rPr>
              <a:t>LAYOUTS AFTER THIS POINT ARE FROM ANOTHER TEMPLATE</a:t>
            </a:r>
            <a:endParaRPr sz="8800" dirty="0">
              <a:solidFill>
                <a:schemeClr val="bg1"/>
              </a:solidFill>
            </a:endParaRPr>
          </a:p>
        </p:txBody>
      </p:sp>
    </p:spTree>
    <p:extLst>
      <p:ext uri="{BB962C8B-B14F-4D97-AF65-F5344CB8AC3E}">
        <p14:creationId xmlns:p14="http://schemas.microsoft.com/office/powerpoint/2010/main" val="123818514"/>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312F2-C9BA-8915-7088-0F811FDE3A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05D0BD31-3DB7-B230-08A4-F66FDF46E9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Slide Number Placeholder 3">
            <a:extLst>
              <a:ext uri="{FF2B5EF4-FFF2-40B4-BE49-F238E27FC236}">
                <a16:creationId xmlns:a16="http://schemas.microsoft.com/office/drawing/2014/main" id="{EAB8123D-9C8F-6981-FBF9-42703935E528}"/>
              </a:ext>
            </a:extLst>
          </p:cNvPr>
          <p:cNvSpPr>
            <a:spLocks noGrp="1"/>
          </p:cNvSpPr>
          <p:nvPr>
            <p:ph type="sldNum" sz="quarter" idx="10"/>
          </p:nvPr>
        </p:nvSpPr>
        <p:spPr/>
        <p:txBody>
          <a:bodyPr/>
          <a:lstStyle/>
          <a:p>
            <a:fld id="{A3E11DDA-83B4-4A53-8CAA-D5B2A53562D2}" type="slidenum">
              <a:rPr lang="en-SG" smtClean="0"/>
              <a:t>‹#›</a:t>
            </a:fld>
            <a:endParaRPr lang="en-SG"/>
          </a:p>
        </p:txBody>
      </p:sp>
    </p:spTree>
    <p:extLst>
      <p:ext uri="{BB962C8B-B14F-4D97-AF65-F5344CB8AC3E}">
        <p14:creationId xmlns:p14="http://schemas.microsoft.com/office/powerpoint/2010/main" val="165196883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F4A05-2018-FD7E-20F0-530DDE4A7951}"/>
              </a:ext>
            </a:extLst>
          </p:cNvPr>
          <p:cNvSpPr>
            <a:spLocks noGrp="1"/>
          </p:cNvSpPr>
          <p:nvPr>
            <p:ph type="title"/>
          </p:nvPr>
        </p:nvSpPr>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25C42B67-204E-0A01-AF6C-F756BE64BF94}"/>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Slide Number Placeholder 3">
            <a:extLst>
              <a:ext uri="{FF2B5EF4-FFF2-40B4-BE49-F238E27FC236}">
                <a16:creationId xmlns:a16="http://schemas.microsoft.com/office/drawing/2014/main" id="{D64677B3-AC4B-F5A8-5C19-643D4B55376D}"/>
              </a:ext>
            </a:extLst>
          </p:cNvPr>
          <p:cNvSpPr>
            <a:spLocks noGrp="1"/>
          </p:cNvSpPr>
          <p:nvPr>
            <p:ph type="sldNum" sz="quarter" idx="10"/>
          </p:nvPr>
        </p:nvSpPr>
        <p:spPr/>
        <p:txBody>
          <a:bodyPr/>
          <a:lstStyle/>
          <a:p>
            <a:fld id="{A3E11DDA-83B4-4A53-8CAA-D5B2A53562D2}" type="slidenum">
              <a:rPr lang="en-SG" smtClean="0"/>
              <a:t>‹#›</a:t>
            </a:fld>
            <a:endParaRPr lang="en-SG"/>
          </a:p>
        </p:txBody>
      </p:sp>
    </p:spTree>
    <p:extLst>
      <p:ext uri="{BB962C8B-B14F-4D97-AF65-F5344CB8AC3E}">
        <p14:creationId xmlns:p14="http://schemas.microsoft.com/office/powerpoint/2010/main" val="233677294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graphic">
            <a:extLst>
              <a:ext uri="{FF2B5EF4-FFF2-40B4-BE49-F238E27FC236}">
                <a16:creationId xmlns:a16="http://schemas.microsoft.com/office/drawing/2014/main" id="{34839271-DE54-6410-1A6B-86FDCC648303}"/>
              </a:ext>
              <a:ext uri="{C183D7F6-B498-43B3-948B-1728B52AA6E4}">
                <adec:decorative xmlns:adec="http://schemas.microsoft.com/office/drawing/2017/decorative" val="1"/>
              </a:ext>
            </a:extLst>
          </p:cNvPr>
          <p:cNvSpPr/>
          <p:nvPr/>
        </p:nvSpPr>
        <p:spPr>
          <a:xfrm>
            <a:off x="11643245" y="193"/>
            <a:ext cx="548755" cy="6857615"/>
          </a:xfrm>
          <a:custGeom>
            <a:avLst/>
            <a:gdLst/>
            <a:ahLst/>
            <a:cxnLst/>
            <a:rect l="l" t="t" r="r" b="b"/>
            <a:pathLst>
              <a:path w="904875" h="11308715">
                <a:moveTo>
                  <a:pt x="904349" y="0"/>
                </a:moveTo>
                <a:lnTo>
                  <a:pt x="0" y="0"/>
                </a:lnTo>
                <a:lnTo>
                  <a:pt x="0" y="11308556"/>
                </a:lnTo>
                <a:lnTo>
                  <a:pt x="904349" y="11308556"/>
                </a:lnTo>
                <a:lnTo>
                  <a:pt x="904349" y="0"/>
                </a:lnTo>
                <a:close/>
              </a:path>
            </a:pathLst>
          </a:custGeom>
          <a:solidFill>
            <a:schemeClr val="accent6"/>
          </a:solidFill>
        </p:spPr>
        <p:txBody>
          <a:bodyPr wrap="square" lIns="0" tIns="0" rIns="0" bIns="0" rtlCol="0"/>
          <a:lstStyle/>
          <a:p>
            <a:endParaRPr sz="1092">
              <a:latin typeface="Arial" panose="020B0604020202020204" pitchFamily="34" charset="0"/>
            </a:endParaRPr>
          </a:p>
        </p:txBody>
      </p:sp>
      <p:sp>
        <p:nvSpPr>
          <p:cNvPr id="2" name="Title Placeholder 1">
            <a:extLst>
              <a:ext uri="{FF2B5EF4-FFF2-40B4-BE49-F238E27FC236}">
                <a16:creationId xmlns:a16="http://schemas.microsoft.com/office/drawing/2014/main" id="{EC1C5022-0CD7-58D8-7163-FB6E51B7329A}"/>
              </a:ext>
            </a:extLst>
          </p:cNvPr>
          <p:cNvSpPr>
            <a:spLocks noGrp="1"/>
          </p:cNvSpPr>
          <p:nvPr>
            <p:ph type="title"/>
          </p:nvPr>
        </p:nvSpPr>
        <p:spPr>
          <a:xfrm>
            <a:off x="829049" y="398497"/>
            <a:ext cx="10091683" cy="567296"/>
          </a:xfrm>
          <a:prstGeom prst="rect">
            <a:avLst/>
          </a:prstGeom>
        </p:spPr>
        <p:txBody>
          <a:bodyPr vert="horz" lIns="0" tIns="0" rIns="0" bIns="0" rtlCol="0" anchor="t">
            <a:noAutofit/>
          </a:bodyPr>
          <a:lstStyle/>
          <a:p>
            <a:r>
              <a:rPr lang="en-US"/>
              <a:t>Click to edit Master title style</a:t>
            </a:r>
            <a:endParaRPr/>
          </a:p>
        </p:txBody>
      </p:sp>
      <p:sp>
        <p:nvSpPr>
          <p:cNvPr id="3" name="Text Placeholder 2">
            <a:extLst>
              <a:ext uri="{FF2B5EF4-FFF2-40B4-BE49-F238E27FC236}">
                <a16:creationId xmlns:a16="http://schemas.microsoft.com/office/drawing/2014/main" id="{E70D310E-B10B-65D0-D881-C833581323B0}"/>
              </a:ext>
            </a:extLst>
          </p:cNvPr>
          <p:cNvSpPr>
            <a:spLocks noGrp="1"/>
          </p:cNvSpPr>
          <p:nvPr>
            <p:ph type="body" idx="1"/>
          </p:nvPr>
        </p:nvSpPr>
        <p:spPr>
          <a:xfrm>
            <a:off x="824202" y="1306286"/>
            <a:ext cx="10091683" cy="4894495"/>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Slide Number Placeholder 5">
            <a:extLst>
              <a:ext uri="{FF2B5EF4-FFF2-40B4-BE49-F238E27FC236}">
                <a16:creationId xmlns:a16="http://schemas.microsoft.com/office/drawing/2014/main" id="{6F57B9A4-EC02-8BC7-EC87-3EB57417D4C6}"/>
              </a:ext>
            </a:extLst>
          </p:cNvPr>
          <p:cNvSpPr>
            <a:spLocks noGrp="1"/>
          </p:cNvSpPr>
          <p:nvPr>
            <p:ph type="sldNum" sz="quarter" idx="4"/>
          </p:nvPr>
        </p:nvSpPr>
        <p:spPr>
          <a:xfrm>
            <a:off x="11577638" y="6386296"/>
            <a:ext cx="386020" cy="365125"/>
          </a:xfrm>
          <a:prstGeom prst="rect">
            <a:avLst/>
          </a:prstGeom>
        </p:spPr>
        <p:txBody>
          <a:bodyPr vert="horz" lIns="0" tIns="45720" rIns="91440" bIns="45720" rtlCol="0" anchor="t"/>
          <a:lstStyle>
            <a:lvl1pPr algn="r">
              <a:defRPr sz="850" b="1">
                <a:solidFill>
                  <a:schemeClr val="tx1"/>
                </a:solidFill>
              </a:defRPr>
            </a:lvl1pPr>
          </a:lstStyle>
          <a:p>
            <a:fld id="{A3E11DDA-83B4-4A53-8CAA-D5B2A53562D2}" type="slidenum">
              <a:rPr lang="en-SG" smtClean="0"/>
              <a:t>‹#›</a:t>
            </a:fld>
            <a:endParaRPr lang="en-SG"/>
          </a:p>
        </p:txBody>
      </p:sp>
      <p:sp>
        <p:nvSpPr>
          <p:cNvPr id="4" name="Footer Placeholder 3">
            <a:extLst>
              <a:ext uri="{FF2B5EF4-FFF2-40B4-BE49-F238E27FC236}">
                <a16:creationId xmlns:a16="http://schemas.microsoft.com/office/drawing/2014/main" id="{2366AE3B-056C-6697-995F-C8764DC3D532}"/>
              </a:ext>
            </a:extLst>
          </p:cNvPr>
          <p:cNvSpPr txBox="1">
            <a:spLocks/>
          </p:cNvSpPr>
          <p:nvPr/>
        </p:nvSpPr>
        <p:spPr>
          <a:xfrm>
            <a:off x="10049522" y="6386296"/>
            <a:ext cx="1447060" cy="365125"/>
          </a:xfrm>
          <a:prstGeom prst="rect">
            <a:avLst/>
          </a:prstGeom>
        </p:spPr>
        <p:txBody>
          <a:bodyPr vert="horz" lIns="91440" tIns="45720" rIns="91440" bIns="45720" rtlCol="0" anchor="t"/>
          <a:lstStyle>
            <a:defPPr>
              <a:defRPr lang="en-US"/>
            </a:defPPr>
            <a:lvl1pPr marL="0" algn="r" defTabSz="914400" rtl="0" eaLnBrk="1" latinLnBrk="0" hangingPunct="1">
              <a:defRPr sz="8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000000"/>
                </a:solidFill>
                <a:effectLst/>
                <a:uLnTx/>
                <a:uFillTx/>
                <a:latin typeface="Arial" panose="020B0604020202020204"/>
                <a:ea typeface="+mn-ea"/>
                <a:cs typeface="+mn-cs"/>
              </a:rPr>
              <a:t>GF Confidential</a:t>
            </a:r>
          </a:p>
        </p:txBody>
      </p:sp>
    </p:spTree>
    <p:extLst>
      <p:ext uri="{BB962C8B-B14F-4D97-AF65-F5344CB8AC3E}">
        <p14:creationId xmlns:p14="http://schemas.microsoft.com/office/powerpoint/2010/main" val="1369290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Lst>
  <p:txStyles>
    <p:titleStyle>
      <a:lvl1pPr algn="l" defTabSz="914400" rtl="0" eaLnBrk="1" latinLnBrk="0" hangingPunct="1">
        <a:lnSpc>
          <a:spcPct val="100000"/>
        </a:lnSpc>
        <a:spcBef>
          <a:spcPct val="0"/>
        </a:spcBef>
        <a:buNone/>
        <a:defRPr sz="3600" kern="1200">
          <a:solidFill>
            <a:schemeClr val="bg2"/>
          </a:solidFill>
          <a:latin typeface="+mj-lt"/>
          <a:ea typeface="+mj-ea"/>
          <a:cs typeface="+mj-cs"/>
        </a:defRPr>
      </a:lvl1pPr>
    </p:titleStyle>
    <p:bodyStyle>
      <a:lvl1pPr marL="210312" indent="-210312" algn="l" defTabSz="914400" rtl="0" eaLnBrk="1" latinLnBrk="0" hangingPunct="1">
        <a:lnSpc>
          <a:spcPct val="100000"/>
        </a:lnSpc>
        <a:spcBef>
          <a:spcPts val="18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448056" indent="-173736" algn="l" defTabSz="914400" rtl="0" eaLnBrk="1" latinLnBrk="0" hangingPunct="1">
        <a:lnSpc>
          <a:spcPct val="10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731520" indent="-173736" algn="l" defTabSz="914400" rtl="0" eaLnBrk="1" latinLnBrk="0" hangingPunct="1">
        <a:lnSpc>
          <a:spcPct val="100000"/>
        </a:lnSpc>
        <a:spcBef>
          <a:spcPts val="10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168275" algn="l" defTabSz="914400" rtl="0" eaLnBrk="1" latinLnBrk="0" hangingPunct="1">
        <a:lnSpc>
          <a:spcPct val="100000"/>
        </a:lnSpc>
        <a:spcBef>
          <a:spcPts val="10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1082675" indent="-168275" algn="l" defTabSz="914400" rtl="0" eaLnBrk="1" latinLnBrk="0" hangingPunct="1">
        <a:lnSpc>
          <a:spcPct val="100000"/>
        </a:lnSpc>
        <a:spcBef>
          <a:spcPts val="1000"/>
        </a:spcBef>
        <a:buClr>
          <a:schemeClr val="accent1"/>
        </a:buClr>
        <a:buFont typeface="Arial" panose="020B0604020202020204" pitchFamily="34" charset="0"/>
        <a:buChar char="•"/>
        <a:defRPr sz="1600" kern="1200">
          <a:solidFill>
            <a:schemeClr val="tx1"/>
          </a:solidFill>
          <a:latin typeface="+mn-lt"/>
          <a:ea typeface="+mn-ea"/>
          <a:cs typeface="+mn-cs"/>
        </a:defRPr>
      </a:lvl5pPr>
      <a:lvl6pPr marL="731520" indent="-173736"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731520" indent="-173736"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731520" indent="-173736"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8pPr>
      <a:lvl9pPr marL="731520" indent="-173736"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600" kern="1200">
          <a:solidFill>
            <a:schemeClr val="tx1"/>
          </a:solidFill>
          <a:latin typeface="+mn-lt"/>
          <a:ea typeface="+mn-ea"/>
          <a:cs typeface="+mn-cs"/>
        </a:defRPr>
      </a:lvl1pPr>
      <a:lvl2pPr marL="457200" algn="l" defTabSz="914400" rtl="0" eaLnBrk="1" latinLnBrk="0" hangingPunct="1">
        <a:defRPr sz="1600" kern="1200">
          <a:solidFill>
            <a:schemeClr val="tx1"/>
          </a:solidFill>
          <a:latin typeface="+mn-lt"/>
          <a:ea typeface="+mn-ea"/>
          <a:cs typeface="+mn-cs"/>
        </a:defRPr>
      </a:lvl2pPr>
      <a:lvl3pPr marL="914400" algn="l" defTabSz="914400" rtl="0" eaLnBrk="1" latinLnBrk="0" hangingPunct="1">
        <a:defRPr sz="1600" kern="1200">
          <a:solidFill>
            <a:schemeClr val="tx1"/>
          </a:solidFill>
          <a:latin typeface="+mn-lt"/>
          <a:ea typeface="+mn-ea"/>
          <a:cs typeface="+mn-cs"/>
        </a:defRPr>
      </a:lvl3pPr>
      <a:lvl4pPr marL="1371600" algn="l" defTabSz="914400" rtl="0" eaLnBrk="1" latinLnBrk="0" hangingPunct="1">
        <a:defRPr sz="1600" kern="1200">
          <a:solidFill>
            <a:schemeClr val="tx1"/>
          </a:solidFill>
          <a:latin typeface="+mn-lt"/>
          <a:ea typeface="+mn-ea"/>
          <a:cs typeface="+mn-cs"/>
        </a:defRPr>
      </a:lvl4pPr>
      <a:lvl5pPr marL="1828800" algn="l" defTabSz="914400" rtl="0" eaLnBrk="1" latinLnBrk="0" hangingPunct="1">
        <a:defRPr sz="1600" kern="1200">
          <a:solidFill>
            <a:schemeClr val="tx1"/>
          </a:solidFill>
          <a:latin typeface="+mn-lt"/>
          <a:ea typeface="+mn-ea"/>
          <a:cs typeface="+mn-cs"/>
        </a:defRPr>
      </a:lvl5pPr>
      <a:lvl6pPr marL="2286000" algn="l" defTabSz="914400" rtl="0" eaLnBrk="1" latinLnBrk="0" hangingPunct="1">
        <a:defRPr sz="1600" kern="1200">
          <a:solidFill>
            <a:schemeClr val="tx1"/>
          </a:solidFill>
          <a:latin typeface="+mn-lt"/>
          <a:ea typeface="+mn-ea"/>
          <a:cs typeface="+mn-cs"/>
        </a:defRPr>
      </a:lvl6pPr>
      <a:lvl7pPr marL="2743200" algn="l" defTabSz="914400" rtl="0" eaLnBrk="1" latinLnBrk="0" hangingPunct="1">
        <a:defRPr sz="1600" kern="1200">
          <a:solidFill>
            <a:schemeClr val="tx1"/>
          </a:solidFill>
          <a:latin typeface="+mn-lt"/>
          <a:ea typeface="+mn-ea"/>
          <a:cs typeface="+mn-cs"/>
        </a:defRPr>
      </a:lvl7pPr>
      <a:lvl8pPr marL="3200400" algn="l" defTabSz="914400" rtl="0" eaLnBrk="1" latinLnBrk="0" hangingPunct="1">
        <a:defRPr sz="1600" kern="1200">
          <a:solidFill>
            <a:schemeClr val="tx1"/>
          </a:solidFill>
          <a:latin typeface="+mn-lt"/>
          <a:ea typeface="+mn-ea"/>
          <a:cs typeface="+mn-cs"/>
        </a:defRPr>
      </a:lvl8pPr>
      <a:lvl9pPr marL="3657600" algn="l" defTabSz="914400" rtl="0" eaLnBrk="1" latinLnBrk="0" hangingPunct="1">
        <a:defRPr sz="16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509">
          <p15:clr>
            <a:srgbClr val="F26B43"/>
          </p15:clr>
        </p15:guide>
        <p15:guide id="4" pos="6890">
          <p15:clr>
            <a:srgbClr val="F26B43"/>
          </p15:clr>
        </p15:guide>
        <p15:guide id="5" orient="horz" pos="240">
          <p15:clr>
            <a:srgbClr val="F26B43"/>
          </p15:clr>
        </p15:guide>
        <p15:guide id="6" orient="horz" pos="520">
          <p15:clr>
            <a:srgbClr val="F26B43"/>
          </p15:clr>
        </p15:guide>
        <p15:guide id="7" orient="horz" pos="81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BE107-5BAE-17F6-CFF8-DC5D0E4F0B42}"/>
              </a:ext>
            </a:extLst>
          </p:cNvPr>
          <p:cNvSpPr>
            <a:spLocks noGrp="1"/>
          </p:cNvSpPr>
          <p:nvPr>
            <p:ph type="ctrTitle"/>
          </p:nvPr>
        </p:nvSpPr>
        <p:spPr/>
        <p:txBody>
          <a:bodyPr/>
          <a:lstStyle/>
          <a:p>
            <a:r>
              <a:rPr lang="en-SG"/>
              <a:t>Automated Sensor Testing Prototype</a:t>
            </a:r>
          </a:p>
        </p:txBody>
      </p:sp>
      <p:sp>
        <p:nvSpPr>
          <p:cNvPr id="3" name="Subtitle 2">
            <a:extLst>
              <a:ext uri="{FF2B5EF4-FFF2-40B4-BE49-F238E27FC236}">
                <a16:creationId xmlns:a16="http://schemas.microsoft.com/office/drawing/2014/main" id="{82C4431C-7B00-A24B-34A7-8D5E869F503D}"/>
              </a:ext>
            </a:extLst>
          </p:cNvPr>
          <p:cNvSpPr>
            <a:spLocks noGrp="1"/>
          </p:cNvSpPr>
          <p:nvPr>
            <p:ph type="subTitle" idx="1"/>
          </p:nvPr>
        </p:nvSpPr>
        <p:spPr/>
        <p:txBody>
          <a:bodyPr/>
          <a:lstStyle/>
          <a:p>
            <a:r>
              <a:rPr lang="en-SG"/>
              <a:t>Implementation Plan &amp; Hardware Setup
Presenter: Tan Yi Rong</a:t>
            </a:r>
          </a:p>
        </p:txBody>
      </p:sp>
    </p:spTree>
    <p:extLst>
      <p:ext uri="{BB962C8B-B14F-4D97-AF65-F5344CB8AC3E}">
        <p14:creationId xmlns:p14="http://schemas.microsoft.com/office/powerpoint/2010/main" val="3558594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02CF4-F528-4591-5A80-A61BAFAD4B93}"/>
              </a:ext>
            </a:extLst>
          </p:cNvPr>
          <p:cNvSpPr>
            <a:spLocks noGrp="1"/>
          </p:cNvSpPr>
          <p:nvPr>
            <p:ph type="title"/>
          </p:nvPr>
        </p:nvSpPr>
        <p:spPr/>
        <p:txBody>
          <a:bodyPr/>
          <a:lstStyle/>
          <a:p>
            <a:r>
              <a:rPr lang="en-SG"/>
              <a:t>Prototype Objective</a:t>
            </a:r>
          </a:p>
        </p:txBody>
      </p:sp>
      <p:sp>
        <p:nvSpPr>
          <p:cNvPr id="3" name="Text Placeholder 2">
            <a:extLst>
              <a:ext uri="{FF2B5EF4-FFF2-40B4-BE49-F238E27FC236}">
                <a16:creationId xmlns:a16="http://schemas.microsoft.com/office/drawing/2014/main" id="{39154F11-39E2-802D-1AD7-45C5720E9405}"/>
              </a:ext>
            </a:extLst>
          </p:cNvPr>
          <p:cNvSpPr>
            <a:spLocks noGrp="1"/>
          </p:cNvSpPr>
          <p:nvPr>
            <p:ph type="body" idx="1"/>
          </p:nvPr>
        </p:nvSpPr>
        <p:spPr/>
        <p:txBody>
          <a:bodyPr/>
          <a:lstStyle/>
          <a:p>
            <a:r>
              <a:rPr lang="en-US"/>
              <a:t>The Goal: Build a small-scale, fully functional physical prototype that perfectly mimics the Overhead Hoist Transport (OHT) sensor environment.
Why We Need It: Before retrofitting 250 vehicles, we must validate the new magnetic connector logic and prove our centralized testing station concept works flawlessly.
The Scope: Automate the physical 'Detect / No-Detect' environment to eliminate the need for an engineer to manually stand in front of the sensors.</a:t>
            </a:r>
            <a:endParaRPr lang="en-SG"/>
          </a:p>
        </p:txBody>
      </p:sp>
    </p:spTree>
    <p:extLst>
      <p:ext uri="{BB962C8B-B14F-4D97-AF65-F5344CB8AC3E}">
        <p14:creationId xmlns:p14="http://schemas.microsoft.com/office/powerpoint/2010/main" val="254676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73014-5767-6A7F-F346-ECA06262B519}"/>
              </a:ext>
            </a:extLst>
          </p:cNvPr>
          <p:cNvSpPr>
            <a:spLocks noGrp="1"/>
          </p:cNvSpPr>
          <p:nvPr>
            <p:ph type="title"/>
          </p:nvPr>
        </p:nvSpPr>
        <p:spPr/>
        <p:txBody>
          <a:bodyPr/>
          <a:lstStyle/>
          <a:p>
            <a:r>
              <a:rPr lang="en-SG"/>
              <a:t>Structural Architecture</a:t>
            </a:r>
          </a:p>
        </p:txBody>
      </p:sp>
      <p:sp>
        <p:nvSpPr>
          <p:cNvPr id="3" name="Text Placeholder 2">
            <a:extLst>
              <a:ext uri="{FF2B5EF4-FFF2-40B4-BE49-F238E27FC236}">
                <a16:creationId xmlns:a16="http://schemas.microsoft.com/office/drawing/2014/main" id="{D4F5F1F4-D06C-A041-2D03-9F5727AFBE0A}"/>
              </a:ext>
            </a:extLst>
          </p:cNvPr>
          <p:cNvSpPr>
            <a:spLocks noGrp="1"/>
          </p:cNvSpPr>
          <p:nvPr>
            <p:ph type="body" idx="1"/>
          </p:nvPr>
        </p:nvSpPr>
        <p:spPr/>
        <p:txBody>
          <a:bodyPr/>
          <a:lstStyle/>
          <a:p>
            <a:r>
              <a:rPr lang="en-US"/>
              <a:t>The Base Structure: A rigid structure built using standard T-Slot Extruded Aluminum (e.g., 2020 or 3030 series) for maximum modularity and ease of adjustment.
Sensor Mounting: All 4 OHT sensors will be securely mounted to the top beam of the aluminum frame, spaced out to perfectly replicate their actual positions on a real Mark 2 OHT chassis.
Calibration: The frame will be designed to allow slight Z-axis and X-axis adjustments to fine-tune the sensor angles before locking them down.</a:t>
            </a:r>
            <a:endParaRPr lang="en-SG"/>
          </a:p>
        </p:txBody>
      </p:sp>
    </p:spTree>
    <p:extLst>
      <p:ext uri="{BB962C8B-B14F-4D97-AF65-F5344CB8AC3E}">
        <p14:creationId xmlns:p14="http://schemas.microsoft.com/office/powerpoint/2010/main" val="2272292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AF308-F976-703C-141D-097AA870399D}"/>
              </a:ext>
            </a:extLst>
          </p:cNvPr>
          <p:cNvSpPr>
            <a:spLocks noGrp="1"/>
          </p:cNvSpPr>
          <p:nvPr>
            <p:ph type="title"/>
          </p:nvPr>
        </p:nvSpPr>
        <p:spPr/>
        <p:txBody>
          <a:bodyPr/>
          <a:lstStyle/>
          <a:p>
            <a:r>
              <a:rPr lang="en-SG"/>
              <a:t>Automated Obstacle Simulation</a:t>
            </a:r>
          </a:p>
        </p:txBody>
      </p:sp>
      <p:sp>
        <p:nvSpPr>
          <p:cNvPr id="3" name="Text Placeholder 2">
            <a:extLst>
              <a:ext uri="{FF2B5EF4-FFF2-40B4-BE49-F238E27FC236}">
                <a16:creationId xmlns:a16="http://schemas.microsoft.com/office/drawing/2014/main" id="{68CD8D0C-EC4F-2F46-3E16-83A12D2571ED}"/>
              </a:ext>
            </a:extLst>
          </p:cNvPr>
          <p:cNvSpPr>
            <a:spLocks noGrp="1"/>
          </p:cNvSpPr>
          <p:nvPr>
            <p:ph type="body" idx="1"/>
          </p:nvPr>
        </p:nvSpPr>
        <p:spPr/>
        <p:txBody>
          <a:bodyPr/>
          <a:lstStyle/>
          <a:p>
            <a:r>
              <a:rPr lang="en-US"/>
              <a:t>The Physical Concept: Instead of an engineer manually blocking the sensors, a large sheet of acrylic will serve as the artificial 'obstacle.'
Distance Accuracy: The rig will be calibrated to mimic an obstacle exactly 1.5 meters away from the mounted sensors.
Automated Movement: The acrylic sheet will be programmed to automatically slide Left/Right and Up/Down, triggering the different sensors sequentially to generate live data for the Simulator.</a:t>
            </a:r>
            <a:endParaRPr lang="en-SG"/>
          </a:p>
        </p:txBody>
      </p:sp>
    </p:spTree>
    <p:extLst>
      <p:ext uri="{BB962C8B-B14F-4D97-AF65-F5344CB8AC3E}">
        <p14:creationId xmlns:p14="http://schemas.microsoft.com/office/powerpoint/2010/main" val="2500882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5646D-00BE-BFCF-6C90-F9FD803F2E5E}"/>
              </a:ext>
            </a:extLst>
          </p:cNvPr>
          <p:cNvSpPr>
            <a:spLocks noGrp="1"/>
          </p:cNvSpPr>
          <p:nvPr>
            <p:ph type="title"/>
          </p:nvPr>
        </p:nvSpPr>
        <p:spPr/>
        <p:txBody>
          <a:bodyPr/>
          <a:lstStyle/>
          <a:p>
            <a:r>
              <a:rPr lang="en-SG"/>
              <a:t>Required Hardware &amp; Motors</a:t>
            </a:r>
          </a:p>
        </p:txBody>
      </p:sp>
      <p:sp>
        <p:nvSpPr>
          <p:cNvPr id="3" name="Text Placeholder 2">
            <a:extLst>
              <a:ext uri="{FF2B5EF4-FFF2-40B4-BE49-F238E27FC236}">
                <a16:creationId xmlns:a16="http://schemas.microsoft.com/office/drawing/2014/main" id="{776D3F60-2BBA-5D92-B1AC-A2D1E7BF9802}"/>
              </a:ext>
            </a:extLst>
          </p:cNvPr>
          <p:cNvSpPr>
            <a:spLocks noGrp="1"/>
          </p:cNvSpPr>
          <p:nvPr>
            <p:ph type="body" idx="1"/>
          </p:nvPr>
        </p:nvSpPr>
        <p:spPr/>
        <p:txBody>
          <a:bodyPr/>
          <a:lstStyle/>
          <a:p>
            <a:r>
              <a:rPr lang="en-US"/>
              <a:t>Linear Motion: 2x Linear Guide Rails (with carriage blocks) to ensure the acrylic sheet slides smoothly without vibration.
Actuation (Motors): 2x NEMA 17 Stepper Motors (one for the X-axis, one for the Y-axis) to provide precise, programmable control over the acrylic sheet's position.
Drive System: GT2 Timing Belts and Pulleys connected to the stepper motors.
The Target: 1x Matte or Tinted Acrylic Sheet (sized appropriately to block the sensors without reflecting stray light).</a:t>
            </a:r>
            <a:endParaRPr lang="en-SG"/>
          </a:p>
        </p:txBody>
      </p:sp>
    </p:spTree>
    <p:extLst>
      <p:ext uri="{BB962C8B-B14F-4D97-AF65-F5344CB8AC3E}">
        <p14:creationId xmlns:p14="http://schemas.microsoft.com/office/powerpoint/2010/main" val="2213298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41F50-F335-7275-C852-7FCD44ACE07A}"/>
              </a:ext>
            </a:extLst>
          </p:cNvPr>
          <p:cNvSpPr>
            <a:spLocks noGrp="1"/>
          </p:cNvSpPr>
          <p:nvPr>
            <p:ph type="title"/>
          </p:nvPr>
        </p:nvSpPr>
        <p:spPr/>
        <p:txBody>
          <a:bodyPr/>
          <a:lstStyle/>
          <a:p>
            <a:r>
              <a:rPr lang="en-SG"/>
              <a:t>Electrical &amp; Wiring Architecture</a:t>
            </a:r>
          </a:p>
        </p:txBody>
      </p:sp>
      <p:sp>
        <p:nvSpPr>
          <p:cNvPr id="3" name="Text Placeholder 2">
            <a:extLst>
              <a:ext uri="{FF2B5EF4-FFF2-40B4-BE49-F238E27FC236}">
                <a16:creationId xmlns:a16="http://schemas.microsoft.com/office/drawing/2014/main" id="{07BAE37F-1E7A-ED02-EC70-293AD9E6FEFD}"/>
              </a:ext>
            </a:extLst>
          </p:cNvPr>
          <p:cNvSpPr>
            <a:spLocks noGrp="1"/>
          </p:cNvSpPr>
          <p:nvPr>
            <p:ph type="body" idx="1"/>
          </p:nvPr>
        </p:nvSpPr>
        <p:spPr/>
        <p:txBody>
          <a:bodyPr/>
          <a:lstStyle/>
          <a:p>
            <a:r>
              <a:rPr lang="en-US"/>
              <a:t>Motor Control: An Arduino Uno paired with a CNC Shield and A4988 Stepper Drivers to execute the programmed movement of the acrylic sheet.
Sensor Wiring: The 4 sensors on the aluminum frame will be wired down into the proposed Centralized Relay Station.
Magnetic Plug Test: The relay station will route through our prototype PCB Bridge Board, connecting to a sample OEM Magnetic 15-Pin Plug to prove signal integrity.</a:t>
            </a:r>
            <a:endParaRPr lang="en-SG"/>
          </a:p>
        </p:txBody>
      </p:sp>
    </p:spTree>
    <p:extLst>
      <p:ext uri="{BB962C8B-B14F-4D97-AF65-F5344CB8AC3E}">
        <p14:creationId xmlns:p14="http://schemas.microsoft.com/office/powerpoint/2010/main" val="29291524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870AA-B985-2BCA-538F-BED76C13889A}"/>
              </a:ext>
            </a:extLst>
          </p:cNvPr>
          <p:cNvSpPr>
            <a:spLocks noGrp="1"/>
          </p:cNvSpPr>
          <p:nvPr>
            <p:ph type="title"/>
          </p:nvPr>
        </p:nvSpPr>
        <p:spPr/>
        <p:txBody>
          <a:bodyPr/>
          <a:lstStyle/>
          <a:p>
            <a:r>
              <a:rPr lang="en-SG"/>
              <a:t>Budget Justification</a:t>
            </a:r>
          </a:p>
        </p:txBody>
      </p:sp>
      <p:sp>
        <p:nvSpPr>
          <p:cNvPr id="3" name="Text Placeholder 2">
            <a:extLst>
              <a:ext uri="{FF2B5EF4-FFF2-40B4-BE49-F238E27FC236}">
                <a16:creationId xmlns:a16="http://schemas.microsoft.com/office/drawing/2014/main" id="{B8E28563-A71D-2AA6-E563-45B9800EE3D0}"/>
              </a:ext>
            </a:extLst>
          </p:cNvPr>
          <p:cNvSpPr>
            <a:spLocks noGrp="1"/>
          </p:cNvSpPr>
          <p:nvPr>
            <p:ph type="body" idx="1"/>
          </p:nvPr>
        </p:nvSpPr>
        <p:spPr/>
        <p:txBody>
          <a:bodyPr/>
          <a:lstStyle/>
          <a:p>
            <a:r>
              <a:rPr lang="en-US"/>
              <a:t>Items to Purchase: T-Slot Aluminum Extrusions, 2x NEMA 17 Motors + Rails, Arduino Kit, 4-Channel Relay Module, OEM Magnetic Plug Samples, Acrylic Sheet.
Purchase Justification: Procuring these low-cost Maker components (estimated under SGD 300 total) allows us to physically validate the centralized relay logic and the magnetic plug alignment.
ROI: This minimal upfront prototyping cost acts as the final proof-of-concept required to unlock our SGD ~42k fleet retrofit strategy, definitively proving to management that a &gt;SGD 100k cobot is entirely unnecessary.</a:t>
            </a:r>
            <a:endParaRPr lang="en-SG"/>
          </a:p>
        </p:txBody>
      </p:sp>
    </p:spTree>
    <p:extLst>
      <p:ext uri="{BB962C8B-B14F-4D97-AF65-F5344CB8AC3E}">
        <p14:creationId xmlns:p14="http://schemas.microsoft.com/office/powerpoint/2010/main" val="1913889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CBFC4-2BF8-1DEE-69E5-690ADEE1F907}"/>
              </a:ext>
            </a:extLst>
          </p:cNvPr>
          <p:cNvSpPr>
            <a:spLocks noGrp="1"/>
          </p:cNvSpPr>
          <p:nvPr>
            <p:ph type="title"/>
          </p:nvPr>
        </p:nvSpPr>
        <p:spPr/>
        <p:txBody>
          <a:bodyPr/>
          <a:lstStyle/>
          <a:p>
            <a:r>
              <a:rPr lang="en-US"/>
              <a:t>Full System Integration (The Loop)</a:t>
            </a:r>
            <a:endParaRPr lang="en-SG"/>
          </a:p>
        </p:txBody>
      </p:sp>
      <p:sp>
        <p:nvSpPr>
          <p:cNvPr id="3" name="Text Placeholder 2">
            <a:extLst>
              <a:ext uri="{FF2B5EF4-FFF2-40B4-BE49-F238E27FC236}">
                <a16:creationId xmlns:a16="http://schemas.microsoft.com/office/drawing/2014/main" id="{D4D88FC4-88FA-1698-7F4D-AE962DBA42D4}"/>
              </a:ext>
            </a:extLst>
          </p:cNvPr>
          <p:cNvSpPr>
            <a:spLocks noGrp="1"/>
          </p:cNvSpPr>
          <p:nvPr>
            <p:ph type="body" idx="1"/>
          </p:nvPr>
        </p:nvSpPr>
        <p:spPr/>
        <p:txBody>
          <a:bodyPr/>
          <a:lstStyle/>
          <a:p>
            <a:r>
              <a:rPr lang="en-US"/>
              <a:t>The DIY Coordinate Robot: I will construct a low-cost Cartesian robot arm. Because the magnetic plug is self-aligning, this DIY arm only needs 'blind' coordinate movement to plug in and out - no camera vision is required!
The Seamless Loop:
  1. The DIY arm snaps the magnetic plug into the testing port.
  2. The C# PM Simulator commands the acrylic sheet to move, simulating an obstacle.
  3. As the Simulator successfully detects the obstacle and the 'Next Step' button is pressed, the Central Relay instantly switches power to the next sensor.
  4. The acrylic sheet automatically shifts to the new sensor, entirely automating the once-manual PM testing process!</a:t>
            </a:r>
            <a:endParaRPr lang="en-SG"/>
          </a:p>
        </p:txBody>
      </p:sp>
    </p:spTree>
    <p:extLst>
      <p:ext uri="{BB962C8B-B14F-4D97-AF65-F5344CB8AC3E}">
        <p14:creationId xmlns:p14="http://schemas.microsoft.com/office/powerpoint/2010/main" val="5300561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MM_SLIDE_TYPE" val="6"/>
</p:tagLst>
</file>

<file path=ppt/tags/tag16.xml><?xml version="1.0" encoding="utf-8"?>
<p:tagLst xmlns:a="http://schemas.openxmlformats.org/drawingml/2006/main" xmlns:r="http://schemas.openxmlformats.org/officeDocument/2006/relationships" xmlns:p="http://schemas.openxmlformats.org/presentationml/2006/main">
  <p:tag name="MM_SLIDE_TYPE" val="6"/>
</p:tagLst>
</file>

<file path=ppt/tags/tag17.xml><?xml version="1.0" encoding="utf-8"?>
<p:tagLst xmlns:a="http://schemas.openxmlformats.org/drawingml/2006/main" xmlns:r="http://schemas.openxmlformats.org/officeDocument/2006/relationships" xmlns:p="http://schemas.openxmlformats.org/presentationml/2006/main">
  <p:tag name="MM_SLIDE_TYPE" val="6"/>
</p:tagLst>
</file>

<file path=ppt/tags/tag18.xml><?xml version="1.0" encoding="utf-8"?>
<p:tagLst xmlns:a="http://schemas.openxmlformats.org/drawingml/2006/main" xmlns:r="http://schemas.openxmlformats.org/officeDocument/2006/relationships" xmlns:p="http://schemas.openxmlformats.org/presentationml/2006/main">
  <p:tag name="MM_SLIDE_TYPE" val="6"/>
</p:tagLst>
</file>

<file path=ppt/tags/tag19.xml><?xml version="1.0" encoding="utf-8"?>
<p:tagLst xmlns:a="http://schemas.openxmlformats.org/drawingml/2006/main" xmlns:r="http://schemas.openxmlformats.org/officeDocument/2006/relationships" xmlns:p="http://schemas.openxmlformats.org/presentationml/2006/main">
  <p:tag name="MM_SLIDE_TYPE" val="6"/>
</p:tagLst>
</file>

<file path=ppt/tags/tag20.xml><?xml version="1.0" encoding="utf-8"?>
<p:tagLst xmlns:a="http://schemas.openxmlformats.org/drawingml/2006/main" xmlns:r="http://schemas.openxmlformats.org/officeDocument/2006/relationships" xmlns:p="http://schemas.openxmlformats.org/presentationml/2006/main">
  <p:tag name="MM_SLIDE_TYPE" val="6"/>
</p:tagLst>
</file>

<file path=ppt/tags/tag21.xml><?xml version="1.0" encoding="utf-8"?>
<p:tagLst xmlns:a="http://schemas.openxmlformats.org/drawingml/2006/main" xmlns:r="http://schemas.openxmlformats.org/officeDocument/2006/relationships" xmlns:p="http://schemas.openxmlformats.org/presentationml/2006/main">
  <p:tag name="MM_SLIDE_TYPE" val="6"/>
</p:tagLst>
</file>

<file path=ppt/tags/tag22.xml><?xml version="1.0" encoding="utf-8"?>
<p:tagLst xmlns:a="http://schemas.openxmlformats.org/drawingml/2006/main" xmlns:r="http://schemas.openxmlformats.org/officeDocument/2006/relationships" xmlns:p="http://schemas.openxmlformats.org/presentationml/2006/main">
  <p:tag name="MM_SLIDE_TYPE" val="6"/>
</p:tagLst>
</file>

<file path=ppt/tags/tag23.xml><?xml version="1.0" encoding="utf-8"?>
<p:tagLst xmlns:a="http://schemas.openxmlformats.org/drawingml/2006/main" xmlns:r="http://schemas.openxmlformats.org/officeDocument/2006/relationships" xmlns:p="http://schemas.openxmlformats.org/presentationml/2006/main">
  <p:tag name="MM_SLIDE_TYPE" val="6"/>
</p:tagLst>
</file>

<file path=ppt/tags/tag24.xml><?xml version="1.0" encoding="utf-8"?>
<p:tagLst xmlns:a="http://schemas.openxmlformats.org/drawingml/2006/main" xmlns:r="http://schemas.openxmlformats.org/officeDocument/2006/relationships" xmlns:p="http://schemas.openxmlformats.org/presentationml/2006/main">
  <p:tag name="MM_SLIDE_TYPE" val="6"/>
</p:tagLst>
</file>

<file path=ppt/tags/tag25.xml><?xml version="1.0" encoding="utf-8"?>
<p:tagLst xmlns:a="http://schemas.openxmlformats.org/drawingml/2006/main" xmlns:r="http://schemas.openxmlformats.org/officeDocument/2006/relationships" xmlns:p="http://schemas.openxmlformats.org/presentationml/2006/main">
  <p:tag name="MM_SLIDE_TYPE" val="6"/>
</p:tagLst>
</file>

<file path=ppt/tags/tag26.xml><?xml version="1.0" encoding="utf-8"?>
<p:tagLst xmlns:a="http://schemas.openxmlformats.org/drawingml/2006/main" xmlns:r="http://schemas.openxmlformats.org/officeDocument/2006/relationships" xmlns:p="http://schemas.openxmlformats.org/presentationml/2006/main">
  <p:tag name="MM_SLIDE_TYPE" val="6"/>
</p:tagLst>
</file>

<file path=ppt/tags/tag27.xml><?xml version="1.0" encoding="utf-8"?>
<p:tagLst xmlns:a="http://schemas.openxmlformats.org/drawingml/2006/main" xmlns:r="http://schemas.openxmlformats.org/officeDocument/2006/relationships" xmlns:p="http://schemas.openxmlformats.org/presentationml/2006/main">
  <p:tag name="MM_SLIDE_TYPE" val="6"/>
</p:tagLst>
</file>

<file path=ppt/tags/tag28.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GF 2025">
  <a:themeElements>
    <a:clrScheme name="Custom 4">
      <a:dk1>
        <a:srgbClr val="000000"/>
      </a:dk1>
      <a:lt1>
        <a:srgbClr val="FFFFFF"/>
      </a:lt1>
      <a:dk2>
        <a:srgbClr val="F2F2F2"/>
      </a:dk2>
      <a:lt2>
        <a:srgbClr val="43007A"/>
      </a:lt2>
      <a:accent1>
        <a:srgbClr val="FF6012"/>
      </a:accent1>
      <a:accent2>
        <a:srgbClr val="43007A"/>
      </a:accent2>
      <a:accent3>
        <a:srgbClr val="456DE6"/>
      </a:accent3>
      <a:accent4>
        <a:srgbClr val="47CCC4"/>
      </a:accent4>
      <a:accent5>
        <a:srgbClr val="B3430D"/>
      </a:accent5>
      <a:accent6>
        <a:srgbClr val="FFDC34"/>
      </a:accent6>
      <a:hlink>
        <a:srgbClr val="FF6012"/>
      </a:hlink>
      <a:folHlink>
        <a:srgbClr val="FF601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rgbClr val="7F7F7F"/>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dirty="0" err="1" smtClean="0"/>
        </a:defPPr>
      </a:lstStyle>
    </a:txDef>
  </a:objectDefaults>
  <a:extraClrSchemeLst/>
  <a:custClrLst>
    <a:custClr name="GF Blue">
      <a:srgbClr val="456DE6"/>
    </a:custClr>
    <a:custClr name="GF Teal">
      <a:srgbClr val="47CCC4"/>
    </a:custClr>
    <a:custClr name="GF Violet">
      <a:srgbClr val="762CB3"/>
    </a:custClr>
    <a:custClr name="GF Clay">
      <a:srgbClr val="B3430D"/>
    </a:custClr>
    <a:custClr name="GF Mustard">
      <a:srgbClr val="E6BE00"/>
    </a:custClr>
    <a:custClr name="GF Lavendar">
      <a:srgbClr val="B777ED"/>
    </a:custClr>
    <a:custClr name="GF Tangerine">
      <a:srgbClr val="FFA980"/>
    </a:custClr>
    <a:custClr name="GF Sunshine">
      <a:srgbClr val="FFE980"/>
    </a:custClr>
    <a:custClr name="GF Status Red">
      <a:srgbClr val="D9203F"/>
    </a:custClr>
    <a:custClr name="GF Status Green">
      <a:srgbClr val="008161"/>
    </a:custClr>
    <a:custClr name="GF Light Gray">
      <a:srgbClr val="F2F2F2"/>
    </a:custClr>
    <a:custClr name="GF Medium Gray">
      <a:srgbClr val="D9D9D9"/>
    </a:custClr>
    <a:custClr name="GF Dark Gray">
      <a:srgbClr val="BFBFBF"/>
    </a:custClr>
    <a:custClr name="GF Darkest Gray">
      <a:srgbClr val="7F7F7F"/>
    </a:custClr>
  </a:custClrLst>
  <a:extLst>
    <a:ext uri="{05A4C25C-085E-4340-85A3-A5531E510DB2}">
      <thm15:themeFamily xmlns:thm15="http://schemas.microsoft.com/office/thememl/2012/main" name="GF_Light_1.1.25_public" id="{82A7FFE8-0E68-4231-9FF8-2689FB9642B7}" vid="{90FC509B-C899-4B56-8E57-563399349467}"/>
    </a:ext>
  </a:extLst>
</a:theme>
</file>

<file path=docProps/app.xml><?xml version="1.0" encoding="utf-8"?>
<Properties xmlns="http://schemas.openxmlformats.org/officeDocument/2006/extended-properties" xmlns:vt="http://schemas.openxmlformats.org/officeDocument/2006/docPropsVTypes">
  <Template>YiRong_U2320967K_PA_Slides</Template>
  <TotalTime>0</TotalTime>
  <Words>698</Words>
  <Application>Microsoft Office PowerPoint</Application>
  <PresentationFormat>Widescreen</PresentationFormat>
  <Paragraphs>16</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Arial Black</vt:lpstr>
      <vt:lpstr>Wingdings</vt:lpstr>
      <vt:lpstr>GF 2025</vt:lpstr>
      <vt:lpstr>Automated Sensor Testing Prototype</vt:lpstr>
      <vt:lpstr>Prototype Objective</vt:lpstr>
      <vt:lpstr>Structural Architecture</vt:lpstr>
      <vt:lpstr>Automated Obstacle Simulation</vt:lpstr>
      <vt:lpstr>Required Hardware &amp; Motors</vt:lpstr>
      <vt:lpstr>Electrical &amp; Wiring Architecture</vt:lpstr>
      <vt:lpstr>Budget Justification</vt:lpstr>
      <vt:lpstr>Full System Integration (The Loop)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 YI RONG#</dc:creator>
  <cp:lastModifiedBy>#TAN YI RONG#</cp:lastModifiedBy>
  <cp:revision>1</cp:revision>
  <dcterms:created xsi:type="dcterms:W3CDTF">2026-07-09T01:07:22Z</dcterms:created>
  <dcterms:modified xsi:type="dcterms:W3CDTF">2026-07-09T01:07:22Z</dcterms:modified>
</cp:coreProperties>
</file>